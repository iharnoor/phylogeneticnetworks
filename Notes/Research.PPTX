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63" r:id="rId4"/>
    <p:sldId id="271" r:id="rId5"/>
    <p:sldId id="274" r:id="rId6"/>
    <p:sldId id="280" r:id="rId7"/>
    <p:sldId id="279" r:id="rId8"/>
    <p:sldId id="278" r:id="rId9"/>
    <p:sldId id="259" r:id="rId10"/>
    <p:sldId id="283" r:id="rId11"/>
    <p:sldId id="284" r:id="rId12"/>
    <p:sldId id="285" r:id="rId13"/>
    <p:sldId id="286" r:id="rId14"/>
    <p:sldId id="287" r:id="rId15"/>
    <p:sldId id="269" r:id="rId16"/>
    <p:sldId id="268" r:id="rId17"/>
    <p:sldId id="270" r:id="rId18"/>
    <p:sldId id="281" r:id="rId19"/>
    <p:sldId id="282" r:id="rId20"/>
  </p:sldIdLst>
  <p:sldSz cx="9144000" cy="5143500" type="screen16x9"/>
  <p:notesSz cx="6858000" cy="9144000"/>
  <p:embeddedFontLst>
    <p:embeddedFont>
      <p:font typeface="Jokerman" panose="04090605060D06020702" pitchFamily="82" charset="0"/>
      <p:regular r:id="rId22"/>
    </p:embeddedFont>
    <p:embeddedFont>
      <p:font typeface="Helvetica Neue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35" autoAdjust="0"/>
  </p:normalViewPr>
  <p:slideViewPr>
    <p:cSldViewPr snapToGrid="0">
      <p:cViewPr>
        <p:scale>
          <a:sx n="129" d="100"/>
          <a:sy n="129" d="100"/>
        </p:scale>
        <p:origin x="3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04-03T02:30:02.3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Group>
    <inkml:annotationXML>
      <emma:emma xmlns:emma="http://www.w3.org/2003/04/emma" version="1.0">
        <emma:interpretation id="{B7A266D9-075C-4A42-98E3-B5BA615FA7C6}" emma:medium="tactile" emma:mode="ink">
          <msink:context xmlns:msink="http://schemas.microsoft.com/ink/2010/main" type="writingRegion" rotatedBoundingBox="14829,13252 14844,13252 14844,13267 14829,13267"/>
        </emma:interpretation>
      </emma:emma>
    </inkml:annotationXML>
    <inkml:traceGroup>
      <inkml:annotationXML>
        <emma:emma xmlns:emma="http://www.w3.org/2003/04/emma" version="1.0">
          <emma:interpretation id="{33499035-BA3F-4684-A20E-B1FA7B799FCE}" emma:medium="tactile" emma:mode="ink">
            <msink:context xmlns:msink="http://schemas.microsoft.com/ink/2010/main" type="paragraph" rotatedBoundingBox="14829,13252 14844,13252 14844,13267 14829,132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A091E7B-B184-4308-8BC1-3C734617F384}" emma:medium="tactile" emma:mode="ink">
              <msink:context xmlns:msink="http://schemas.microsoft.com/ink/2010/main" type="line" rotatedBoundingBox="14829,13252 14844,13252 14844,13267 14829,13267"/>
            </emma:interpretation>
          </emma:emma>
        </inkml:annotationXML>
        <inkml:traceGroup>
          <inkml:annotationXML>
            <emma:emma xmlns:emma="http://www.w3.org/2003/04/emma" version="1.0">
              <emma:interpretation id="{6077D286-B002-4E0D-845D-71221924C77B}" emma:medium="tactile" emma:mode="ink">
                <msink:context xmlns:msink="http://schemas.microsoft.com/ink/2010/main" type="inkWord" rotatedBoundingBox="14829,13252 14844,13252 14844,13267 14829,13267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1 1,'0'0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do we care?</a:t>
            </a:r>
            <a:endParaRPr lang="en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Phylogenetics studies evolution, which is depicted as a bifurcating tree. This tree represents the evolutionary history of 4 primates: human, chimpanzee, gorilla and orangutan. Humans and chimpanzees are sister species because they share a common ancestor (represented by the internal node in the tree).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25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43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570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160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794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4826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183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00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35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0768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202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NETWORK OF LIFE</a:t>
            </a:r>
            <a:endParaRPr dirty="0"/>
          </a:p>
        </p:txBody>
      </p:sp>
      <p:sp>
        <p:nvSpPr>
          <p:cNvPr id="108" name="Shape 10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 113">
            <a:extLst>
              <a:ext uri="{FF2B5EF4-FFF2-40B4-BE49-F238E27FC236}">
                <a16:creationId xmlns:a16="http://schemas.microsoft.com/office/drawing/2014/main" id="{7AE6AFB3-56F3-425C-BE50-2F2431D9B5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5074" t="243" r="4052" b="73753"/>
          <a:stretch/>
        </p:blipFill>
        <p:spPr>
          <a:xfrm>
            <a:off x="1534684" y="3630979"/>
            <a:ext cx="1281723" cy="125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113">
            <a:extLst>
              <a:ext uri="{FF2B5EF4-FFF2-40B4-BE49-F238E27FC236}">
                <a16:creationId xmlns:a16="http://schemas.microsoft.com/office/drawing/2014/main" id="{020072F7-C970-43A4-BC3E-CD5CC38C96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4755" t="29235" r="4371" b="46053"/>
          <a:stretch/>
        </p:blipFill>
        <p:spPr>
          <a:xfrm>
            <a:off x="3102707" y="3693502"/>
            <a:ext cx="1281723" cy="119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13">
            <a:extLst>
              <a:ext uri="{FF2B5EF4-FFF2-40B4-BE49-F238E27FC236}">
                <a16:creationId xmlns:a16="http://schemas.microsoft.com/office/drawing/2014/main" id="{22BC0207-9A88-4E00-83A7-00A0EE28E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5265" t="54684" r="3989" b="24803"/>
          <a:stretch/>
        </p:blipFill>
        <p:spPr>
          <a:xfrm>
            <a:off x="4670730" y="3843460"/>
            <a:ext cx="1286241" cy="104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113">
            <a:extLst>
              <a:ext uri="{FF2B5EF4-FFF2-40B4-BE49-F238E27FC236}">
                <a16:creationId xmlns:a16="http://schemas.microsoft.com/office/drawing/2014/main" id="{80ADD04D-897D-4485-95AE-8535DBC9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5328" t="76075" r="4307" b="1211"/>
          <a:stretch/>
        </p:blipFill>
        <p:spPr>
          <a:xfrm>
            <a:off x="6243271" y="3816839"/>
            <a:ext cx="1250461" cy="1099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7AEE9-21B0-4D4E-82EB-DB21E95329EB}"/>
              </a:ext>
            </a:extLst>
          </p:cNvPr>
          <p:cNvCxnSpPr>
            <a:cxnSpLocks/>
          </p:cNvCxnSpPr>
          <p:nvPr/>
        </p:nvCxnSpPr>
        <p:spPr>
          <a:xfrm>
            <a:off x="3037926" y="2256448"/>
            <a:ext cx="743500" cy="13957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78EF33-A26F-46B7-963A-FB8618AF615C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2175546" y="2256448"/>
            <a:ext cx="862380" cy="13745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ABC795-1EEE-4A56-80A9-D95EF8383EFD}"/>
              </a:ext>
            </a:extLst>
          </p:cNvPr>
          <p:cNvCxnSpPr>
            <a:cxnSpLocks/>
          </p:cNvCxnSpPr>
          <p:nvPr/>
        </p:nvCxnSpPr>
        <p:spPr>
          <a:xfrm>
            <a:off x="4384431" y="149102"/>
            <a:ext cx="2484070" cy="35031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0ACDC6-BEB8-494C-B33D-8313EE66621B}"/>
              </a:ext>
            </a:extLst>
          </p:cNvPr>
          <p:cNvCxnSpPr>
            <a:cxnSpLocks/>
          </p:cNvCxnSpPr>
          <p:nvPr/>
        </p:nvCxnSpPr>
        <p:spPr>
          <a:xfrm flipH="1">
            <a:off x="3037926" y="149102"/>
            <a:ext cx="1335821" cy="21073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1AA5E9-2768-47E2-B6F9-3169B93C5D26}"/>
              </a:ext>
            </a:extLst>
          </p:cNvPr>
          <p:cNvCxnSpPr/>
          <p:nvPr/>
        </p:nvCxnSpPr>
        <p:spPr>
          <a:xfrm>
            <a:off x="3705836" y="1202775"/>
            <a:ext cx="1608014" cy="24907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6E74EF7-C02E-4E2D-9A5D-98C92F96ED6D}"/>
              </a:ext>
            </a:extLst>
          </p:cNvPr>
          <p:cNvSpPr txBox="1"/>
          <p:nvPr/>
        </p:nvSpPr>
        <p:spPr>
          <a:xfrm>
            <a:off x="6119446" y="484554"/>
            <a:ext cx="2248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 Neue" panose="020B0604020202020204" charset="0"/>
              </a:rPr>
              <a:t>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/>
          <p:nvPr/>
        </p:nvSpPr>
        <p:spPr>
          <a:xfrm>
            <a:off x="1127625" y="89772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Helvetica Neue" panose="020B0604020202020204" charset="0"/>
                <a:cs typeface="Times New Roman" panose="02020603050405020304" pitchFamily="18" charset="0"/>
              </a:rPr>
              <a:t>DENTIST</a:t>
            </a:r>
            <a:r>
              <a:rPr lang="en-US" sz="2800" b="1" dirty="0">
                <a:latin typeface="Jokerman" panose="04090605060D06020702" pitchFamily="82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Helvetica Neue" panose="020B0604020202020204" charset="0"/>
                <a:cs typeface="Times New Roman" panose="02020603050405020304" pitchFamily="18" charset="0"/>
              </a:rPr>
              <a:t>EXAMPLE</a:t>
            </a:r>
            <a:endParaRPr sz="28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040" name="Picture 16" descr="Image result for dentist clipart">
            <a:extLst>
              <a:ext uri="{FF2B5EF4-FFF2-40B4-BE49-F238E27FC236}">
                <a16:creationId xmlns:a16="http://schemas.microsoft.com/office/drawing/2014/main" id="{32687048-AF55-4EAD-8230-5B9BE4D1A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285" y="2370362"/>
            <a:ext cx="1278024" cy="170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mage result for group of people clipart">
            <a:extLst>
              <a:ext uri="{FF2B5EF4-FFF2-40B4-BE49-F238E27FC236}">
                <a16:creationId xmlns:a16="http://schemas.microsoft.com/office/drawing/2014/main" id="{5B177E16-1D5D-4411-88C9-FB93F134C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436" y="2839401"/>
            <a:ext cx="2156710" cy="155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63A698-5920-4DBC-A88B-28FA3EF3C5EB}"/>
              </a:ext>
            </a:extLst>
          </p:cNvPr>
          <p:cNvCxnSpPr>
            <a:cxnSpLocks/>
          </p:cNvCxnSpPr>
          <p:nvPr/>
        </p:nvCxnSpPr>
        <p:spPr>
          <a:xfrm>
            <a:off x="3955179" y="1402233"/>
            <a:ext cx="1420783" cy="845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0A8CDC-1390-485A-9A94-60C70EECCB99}"/>
              </a:ext>
            </a:extLst>
          </p:cNvPr>
          <p:cNvCxnSpPr>
            <a:cxnSpLocks/>
          </p:cNvCxnSpPr>
          <p:nvPr/>
        </p:nvCxnSpPr>
        <p:spPr>
          <a:xfrm flipH="1">
            <a:off x="3063152" y="1693019"/>
            <a:ext cx="675502" cy="92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17CA597-AD4B-4884-917D-67EF7A962399}"/>
              </a:ext>
            </a:extLst>
          </p:cNvPr>
          <p:cNvSpPr/>
          <p:nvPr/>
        </p:nvSpPr>
        <p:spPr>
          <a:xfrm>
            <a:off x="2007574" y="4357580"/>
            <a:ext cx="2544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latin typeface="Helvetica Neue" panose="020B0604020202020204" charset="0"/>
                <a:cs typeface="Times New Roman" panose="02020603050405020304" pitchFamily="18" charset="0"/>
              </a:rPr>
              <a:t>AIDS</a:t>
            </a:r>
            <a:endParaRPr lang="en-US" sz="40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7A109F-0AB4-47C4-9009-54FBD1B889BF}"/>
              </a:ext>
            </a:extLst>
          </p:cNvPr>
          <p:cNvCxnSpPr>
            <a:cxnSpLocks/>
          </p:cNvCxnSpPr>
          <p:nvPr/>
        </p:nvCxnSpPr>
        <p:spPr>
          <a:xfrm flipH="1">
            <a:off x="3405150" y="1688742"/>
            <a:ext cx="341495" cy="118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8A97EF-A8DF-423C-96DC-FD18AB9F6972}"/>
              </a:ext>
            </a:extLst>
          </p:cNvPr>
          <p:cNvCxnSpPr>
            <a:cxnSpLocks/>
          </p:cNvCxnSpPr>
          <p:nvPr/>
        </p:nvCxnSpPr>
        <p:spPr>
          <a:xfrm>
            <a:off x="3746644" y="1696288"/>
            <a:ext cx="111394" cy="1177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C26B6D-3790-4F63-B974-838B1559A72F}"/>
              </a:ext>
            </a:extLst>
          </p:cNvPr>
          <p:cNvCxnSpPr>
            <a:cxnSpLocks/>
          </p:cNvCxnSpPr>
          <p:nvPr/>
        </p:nvCxnSpPr>
        <p:spPr>
          <a:xfrm flipH="1">
            <a:off x="3746644" y="773650"/>
            <a:ext cx="675502" cy="92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7BB84F-613C-40A0-B447-FDD9E2D8857B}"/>
              </a:ext>
            </a:extLst>
          </p:cNvPr>
          <p:cNvCxnSpPr>
            <a:cxnSpLocks/>
          </p:cNvCxnSpPr>
          <p:nvPr/>
        </p:nvCxnSpPr>
        <p:spPr>
          <a:xfrm>
            <a:off x="4428410" y="790718"/>
            <a:ext cx="1420783" cy="845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4EC97-DDA1-4789-8EE0-50D16B9373D6}"/>
              </a:ext>
            </a:extLst>
          </p:cNvPr>
          <p:cNvSpPr/>
          <p:nvPr/>
        </p:nvSpPr>
        <p:spPr>
          <a:xfrm>
            <a:off x="4459352" y="4073693"/>
            <a:ext cx="2544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latin typeface="Helvetica Neue" panose="020B0604020202020204" charset="0"/>
                <a:cs typeface="Times New Roman" panose="02020603050405020304" pitchFamily="18" charset="0"/>
              </a:rPr>
              <a:t>Dentist</a:t>
            </a:r>
            <a:endParaRPr lang="en-US" sz="40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41F5C1-98DF-45FF-9075-C51DA1C0E0E8}"/>
              </a:ext>
            </a:extLst>
          </p:cNvPr>
          <p:cNvSpPr/>
          <p:nvPr/>
        </p:nvSpPr>
        <p:spPr>
          <a:xfrm>
            <a:off x="4604754" y="1628599"/>
            <a:ext cx="2544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latin typeface="Helvetica Neue" panose="020B0604020202020204" charset="0"/>
                <a:cs typeface="Times New Roman" panose="02020603050405020304" pitchFamily="18" charset="0"/>
              </a:rPr>
              <a:t>Others</a:t>
            </a:r>
            <a:endParaRPr lang="en-US" sz="40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FB1E7CC-B08C-40CB-8E83-BA1B712ED467}"/>
              </a:ext>
            </a:extLst>
          </p:cNvPr>
          <p:cNvCxnSpPr>
            <a:cxnSpLocks/>
          </p:cNvCxnSpPr>
          <p:nvPr/>
        </p:nvCxnSpPr>
        <p:spPr>
          <a:xfrm>
            <a:off x="4389474" y="711544"/>
            <a:ext cx="0" cy="11529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https://lh5.googleusercontent.com/wExclAsyn0mb0m8c8vpDgLBfbmAicU2p4MQWuVOxxLQPnr7nyatabp719iZalUfPkEsT7DDX5y8ja9fJwV8eeuWoA91j2YGp8UP3-4uUgm_5lx4azOiRq2ZVqLyPM6-jI4GWDyLMyUI">
            <a:extLst>
              <a:ext uri="{FF2B5EF4-FFF2-40B4-BE49-F238E27FC236}">
                <a16:creationId xmlns:a16="http://schemas.microsoft.com/office/drawing/2014/main" id="{6C350FC1-9CA7-4270-9EB1-CB31DE963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2" y="1864512"/>
            <a:ext cx="1492175" cy="184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689527-C9C8-4820-8FEB-E936ABAFB12E}"/>
              </a:ext>
            </a:extLst>
          </p:cNvPr>
          <p:cNvSpPr txBox="1"/>
          <p:nvPr/>
        </p:nvSpPr>
        <p:spPr>
          <a:xfrm>
            <a:off x="3710251" y="4157330"/>
            <a:ext cx="202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 Species</a:t>
            </a:r>
          </a:p>
        </p:txBody>
      </p:sp>
    </p:spTree>
    <p:extLst>
      <p:ext uri="{BB962C8B-B14F-4D97-AF65-F5344CB8AC3E}">
        <p14:creationId xmlns:p14="http://schemas.microsoft.com/office/powerpoint/2010/main" val="36819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995A7E1-A1A0-47BF-98B6-BF10EF5BFC70}"/>
              </a:ext>
            </a:extLst>
          </p:cNvPr>
          <p:cNvCxnSpPr>
            <a:cxnSpLocks/>
          </p:cNvCxnSpPr>
          <p:nvPr/>
        </p:nvCxnSpPr>
        <p:spPr>
          <a:xfrm>
            <a:off x="4505325" y="790575"/>
            <a:ext cx="1009650" cy="10763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https://lh5.googleusercontent.com/wExclAsyn0mb0m8c8vpDgLBfbmAicU2p4MQWuVOxxLQPnr7nyatabp719iZalUfPkEsT7DDX5y8ja9fJwV8eeuWoA91j2YGp8UP3-4uUgm_5lx4azOiRq2ZVqLyPM6-jI4GWDyLMyUI">
            <a:extLst>
              <a:ext uri="{FF2B5EF4-FFF2-40B4-BE49-F238E27FC236}">
                <a16:creationId xmlns:a16="http://schemas.microsoft.com/office/drawing/2014/main" id="{AC05055F-EA1C-4572-A038-64BEB9E1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2004286"/>
            <a:ext cx="1138591" cy="140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D17918-2860-4A4C-89A8-83301E834A5F}"/>
              </a:ext>
            </a:extLst>
          </p:cNvPr>
          <p:cNvCxnSpPr>
            <a:cxnSpLocks/>
          </p:cNvCxnSpPr>
          <p:nvPr/>
        </p:nvCxnSpPr>
        <p:spPr>
          <a:xfrm flipH="1">
            <a:off x="3505200" y="790575"/>
            <a:ext cx="1000125" cy="10763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s://lh6.googleusercontent.com/Mn7JHezbQkpJFBES4ZenNEICvcx1yCXDLq1moMAsgmyDU4-_xNf6NLsWuM_lmDGKWjsUvoaWtb1ttDjLZO6zb0ASPFHObYbE2M0aHR9FH39B8OSrgrnhFvQZZ1qIrUeMM8In2zx8uic">
            <a:extLst>
              <a:ext uri="{FF2B5EF4-FFF2-40B4-BE49-F238E27FC236}">
                <a16:creationId xmlns:a16="http://schemas.microsoft.com/office/drawing/2014/main" id="{344A2DE9-A9D9-4249-A992-959E7C369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26" y="2004287"/>
            <a:ext cx="1154783" cy="144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https://lh6.googleusercontent.com/DkyPYm5z-qpqoKl4_Tz5I8wIxjb3bqrAmvModV_61RIZzNC9OL_N3Mtzk_7zWf6RVQTwGT895mDL4NkGDTexVN-8C_BkDeF9crlatLdYIIhYxRSUWM5FM5GUB_f59IrN7C3Gfj6bzrQ">
            <a:extLst>
              <a:ext uri="{FF2B5EF4-FFF2-40B4-BE49-F238E27FC236}">
                <a16:creationId xmlns:a16="http://schemas.microsoft.com/office/drawing/2014/main" id="{8BD89154-1787-4BDA-9EA2-08326A772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909" y="5416587"/>
            <a:ext cx="1709066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39BD5-002C-435B-8755-6B0775FE00EF}"/>
              </a:ext>
            </a:extLst>
          </p:cNvPr>
          <p:cNvSpPr txBox="1"/>
          <p:nvPr/>
        </p:nvSpPr>
        <p:spPr>
          <a:xfrm>
            <a:off x="3494277" y="3670381"/>
            <a:ext cx="202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 Species</a:t>
            </a:r>
          </a:p>
        </p:txBody>
      </p:sp>
    </p:spTree>
    <p:extLst>
      <p:ext uri="{BB962C8B-B14F-4D97-AF65-F5344CB8AC3E}">
        <p14:creationId xmlns:p14="http://schemas.microsoft.com/office/powerpoint/2010/main" val="1916617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lh5.googleusercontent.com/wExclAsyn0mb0m8c8vpDgLBfbmAicU2p4MQWuVOxxLQPnr7nyatabp719iZalUfPkEsT7DDX5y8ja9fJwV8eeuWoA91j2YGp8UP3-4uUgm_5lx4azOiRq2ZVqLyPM6-jI4GWDyLMyUI">
            <a:extLst>
              <a:ext uri="{FF2B5EF4-FFF2-40B4-BE49-F238E27FC236}">
                <a16:creationId xmlns:a16="http://schemas.microsoft.com/office/drawing/2014/main" id="{AC05055F-EA1C-4572-A038-64BEB9E1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189" y="2876501"/>
            <a:ext cx="882224" cy="109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D17918-2860-4A4C-89A8-83301E834A5F}"/>
              </a:ext>
            </a:extLst>
          </p:cNvPr>
          <p:cNvCxnSpPr>
            <a:cxnSpLocks/>
          </p:cNvCxnSpPr>
          <p:nvPr/>
        </p:nvCxnSpPr>
        <p:spPr>
          <a:xfrm flipH="1">
            <a:off x="4614530" y="1775637"/>
            <a:ext cx="695923" cy="9675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s://lh6.googleusercontent.com/Mn7JHezbQkpJFBES4ZenNEICvcx1yCXDLq1moMAsgmyDU4-_xNf6NLsWuM_lmDGKWjsUvoaWtb1ttDjLZO6zb0ASPFHObYbE2M0aHR9FH39B8OSrgrnhFvQZZ1qIrUeMM8In2zx8uic">
            <a:extLst>
              <a:ext uri="{FF2B5EF4-FFF2-40B4-BE49-F238E27FC236}">
                <a16:creationId xmlns:a16="http://schemas.microsoft.com/office/drawing/2014/main" id="{344A2DE9-A9D9-4249-A992-959E7C369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327" y="2933401"/>
            <a:ext cx="874093" cy="109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lh6.googleusercontent.com/DkyPYm5z-qpqoKl4_Tz5I8wIxjb3bqrAmvModV_61RIZzNC9OL_N3Mtzk_7zWf6RVQTwGT895mDL4NkGDTexVN-8C_BkDeF9crlatLdYIIhYxRSUWM5FM5GUB_f59IrN7C3Gfj6bzrQ">
            <a:extLst>
              <a:ext uri="{FF2B5EF4-FFF2-40B4-BE49-F238E27FC236}">
                <a16:creationId xmlns:a16="http://schemas.microsoft.com/office/drawing/2014/main" id="{52741062-3D24-486F-8D4B-83AA19D0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597" y="2980442"/>
            <a:ext cx="1326855" cy="8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9F577D-B6E8-43AD-9786-5F2688A56E48}"/>
              </a:ext>
            </a:extLst>
          </p:cNvPr>
          <p:cNvCxnSpPr>
            <a:cxnSpLocks/>
          </p:cNvCxnSpPr>
          <p:nvPr/>
        </p:nvCxnSpPr>
        <p:spPr>
          <a:xfrm>
            <a:off x="4475284" y="786810"/>
            <a:ext cx="1691600" cy="189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A7BA51-3796-4D01-BA81-16DF8679E233}"/>
              </a:ext>
            </a:extLst>
          </p:cNvPr>
          <p:cNvCxnSpPr>
            <a:cxnSpLocks/>
          </p:cNvCxnSpPr>
          <p:nvPr/>
        </p:nvCxnSpPr>
        <p:spPr>
          <a:xfrm flipH="1">
            <a:off x="2945219" y="786810"/>
            <a:ext cx="1530065" cy="20201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EE4F610-F163-4423-86EC-22F20718E516}"/>
              </a:ext>
            </a:extLst>
          </p:cNvPr>
          <p:cNvSpPr txBox="1"/>
          <p:nvPr/>
        </p:nvSpPr>
        <p:spPr>
          <a:xfrm>
            <a:off x="3710251" y="4157330"/>
            <a:ext cx="202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 Species</a:t>
            </a:r>
          </a:p>
        </p:txBody>
      </p:sp>
    </p:spTree>
    <p:extLst>
      <p:ext uri="{BB962C8B-B14F-4D97-AF65-F5344CB8AC3E}">
        <p14:creationId xmlns:p14="http://schemas.microsoft.com/office/powerpoint/2010/main" val="425108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lh5.googleusercontent.com/wExclAsyn0mb0m8c8vpDgLBfbmAicU2p4MQWuVOxxLQPnr7nyatabp719iZalUfPkEsT7DDX5y8ja9fJwV8eeuWoA91j2YGp8UP3-4uUgm_5lx4azOiRq2ZVqLyPM6-jI4GWDyLMyUI">
            <a:extLst>
              <a:ext uri="{FF2B5EF4-FFF2-40B4-BE49-F238E27FC236}">
                <a16:creationId xmlns:a16="http://schemas.microsoft.com/office/drawing/2014/main" id="{AC05055F-EA1C-4572-A038-64BEB9E1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189" y="2876501"/>
            <a:ext cx="882224" cy="109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D17918-2860-4A4C-89A8-83301E834A5F}"/>
              </a:ext>
            </a:extLst>
          </p:cNvPr>
          <p:cNvCxnSpPr>
            <a:cxnSpLocks/>
          </p:cNvCxnSpPr>
          <p:nvPr/>
        </p:nvCxnSpPr>
        <p:spPr>
          <a:xfrm>
            <a:off x="3710251" y="1796903"/>
            <a:ext cx="808586" cy="10100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s://lh6.googleusercontent.com/Mn7JHezbQkpJFBES4ZenNEICvcx1yCXDLq1moMAsgmyDU4-_xNf6NLsWuM_lmDGKWjsUvoaWtb1ttDjLZO6zb0ASPFHObYbE2M0aHR9FH39B8OSrgrnhFvQZZ1qIrUeMM8In2zx8uic">
            <a:extLst>
              <a:ext uri="{FF2B5EF4-FFF2-40B4-BE49-F238E27FC236}">
                <a16:creationId xmlns:a16="http://schemas.microsoft.com/office/drawing/2014/main" id="{344A2DE9-A9D9-4249-A992-959E7C369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327" y="2933401"/>
            <a:ext cx="874093" cy="109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lh6.googleusercontent.com/DkyPYm5z-qpqoKl4_Tz5I8wIxjb3bqrAmvModV_61RIZzNC9OL_N3Mtzk_7zWf6RVQTwGT895mDL4NkGDTexVN-8C_BkDeF9crlatLdYIIhYxRSUWM5FM5GUB_f59IrN7C3Gfj6bzrQ">
            <a:extLst>
              <a:ext uri="{FF2B5EF4-FFF2-40B4-BE49-F238E27FC236}">
                <a16:creationId xmlns:a16="http://schemas.microsoft.com/office/drawing/2014/main" id="{52741062-3D24-486F-8D4B-83AA19D0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597" y="2980442"/>
            <a:ext cx="1326855" cy="8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9F577D-B6E8-43AD-9786-5F2688A56E48}"/>
              </a:ext>
            </a:extLst>
          </p:cNvPr>
          <p:cNvCxnSpPr>
            <a:cxnSpLocks/>
          </p:cNvCxnSpPr>
          <p:nvPr/>
        </p:nvCxnSpPr>
        <p:spPr>
          <a:xfrm>
            <a:off x="4475284" y="786810"/>
            <a:ext cx="1691600" cy="189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A7BA51-3796-4D01-BA81-16DF8679E233}"/>
              </a:ext>
            </a:extLst>
          </p:cNvPr>
          <p:cNvCxnSpPr>
            <a:cxnSpLocks/>
          </p:cNvCxnSpPr>
          <p:nvPr/>
        </p:nvCxnSpPr>
        <p:spPr>
          <a:xfrm flipH="1">
            <a:off x="2945219" y="786810"/>
            <a:ext cx="1530065" cy="20201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EE4F610-F163-4423-86EC-22F20718E516}"/>
              </a:ext>
            </a:extLst>
          </p:cNvPr>
          <p:cNvSpPr txBox="1"/>
          <p:nvPr/>
        </p:nvSpPr>
        <p:spPr>
          <a:xfrm>
            <a:off x="3710251" y="4157330"/>
            <a:ext cx="202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 Species</a:t>
            </a:r>
          </a:p>
        </p:txBody>
      </p:sp>
    </p:spTree>
    <p:extLst>
      <p:ext uri="{BB962C8B-B14F-4D97-AF65-F5344CB8AC3E}">
        <p14:creationId xmlns:p14="http://schemas.microsoft.com/office/powerpoint/2010/main" val="3375988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lh5.googleusercontent.com/wExclAsyn0mb0m8c8vpDgLBfbmAicU2p4MQWuVOxxLQPnr7nyatabp719iZalUfPkEsT7DDX5y8ja9fJwV8eeuWoA91j2YGp8UP3-4uUgm_5lx4azOiRq2ZVqLyPM6-jI4GWDyLMyUI">
            <a:extLst>
              <a:ext uri="{FF2B5EF4-FFF2-40B4-BE49-F238E27FC236}">
                <a16:creationId xmlns:a16="http://schemas.microsoft.com/office/drawing/2014/main" id="{AC05055F-EA1C-4572-A038-64BEB9E1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947" y="2931791"/>
            <a:ext cx="882224" cy="109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D17918-2860-4A4C-89A8-83301E834A5F}"/>
              </a:ext>
            </a:extLst>
          </p:cNvPr>
          <p:cNvCxnSpPr>
            <a:cxnSpLocks/>
          </p:cNvCxnSpPr>
          <p:nvPr/>
        </p:nvCxnSpPr>
        <p:spPr>
          <a:xfrm>
            <a:off x="3710251" y="1796903"/>
            <a:ext cx="808586" cy="10100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https://lh6.googleusercontent.com/Mn7JHezbQkpJFBES4ZenNEICvcx1yCXDLq1moMAsgmyDU4-_xNf6NLsWuM_lmDGKWjsUvoaWtb1ttDjLZO6zb0ASPFHObYbE2M0aHR9FH39B8OSrgrnhFvQZZ1qIrUeMM8In2zx8uic">
            <a:extLst>
              <a:ext uri="{FF2B5EF4-FFF2-40B4-BE49-F238E27FC236}">
                <a16:creationId xmlns:a16="http://schemas.microsoft.com/office/drawing/2014/main" id="{344A2DE9-A9D9-4249-A992-959E7C369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327" y="2933401"/>
            <a:ext cx="874093" cy="109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s://lh6.googleusercontent.com/DkyPYm5z-qpqoKl4_Tz5I8wIxjb3bqrAmvModV_61RIZzNC9OL_N3Mtzk_7zWf6RVQTwGT895mDL4NkGDTexVN-8C_BkDeF9crlatLdYIIhYxRSUWM5FM5GUB_f59IrN7C3Gfj6bzrQ">
            <a:extLst>
              <a:ext uri="{FF2B5EF4-FFF2-40B4-BE49-F238E27FC236}">
                <a16:creationId xmlns:a16="http://schemas.microsoft.com/office/drawing/2014/main" id="{52741062-3D24-486F-8D4B-83AA19D0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98" y="2931791"/>
            <a:ext cx="1326855" cy="8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9F577D-B6E8-43AD-9786-5F2688A56E48}"/>
              </a:ext>
            </a:extLst>
          </p:cNvPr>
          <p:cNvCxnSpPr>
            <a:cxnSpLocks/>
          </p:cNvCxnSpPr>
          <p:nvPr/>
        </p:nvCxnSpPr>
        <p:spPr>
          <a:xfrm>
            <a:off x="4475284" y="786810"/>
            <a:ext cx="1691600" cy="18925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A7BA51-3796-4D01-BA81-16DF8679E233}"/>
              </a:ext>
            </a:extLst>
          </p:cNvPr>
          <p:cNvCxnSpPr>
            <a:cxnSpLocks/>
          </p:cNvCxnSpPr>
          <p:nvPr/>
        </p:nvCxnSpPr>
        <p:spPr>
          <a:xfrm flipH="1">
            <a:off x="2945219" y="786810"/>
            <a:ext cx="1530065" cy="20201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EE4F610-F163-4423-86EC-22F20718E516}"/>
              </a:ext>
            </a:extLst>
          </p:cNvPr>
          <p:cNvSpPr txBox="1"/>
          <p:nvPr/>
        </p:nvSpPr>
        <p:spPr>
          <a:xfrm>
            <a:off x="3710251" y="4157330"/>
            <a:ext cx="2020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 Species</a:t>
            </a:r>
          </a:p>
        </p:txBody>
      </p:sp>
    </p:spTree>
    <p:extLst>
      <p:ext uri="{BB962C8B-B14F-4D97-AF65-F5344CB8AC3E}">
        <p14:creationId xmlns:p14="http://schemas.microsoft.com/office/powerpoint/2010/main" val="284068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Shape 123"/>
          <p:cNvPicPr preferRelativeResize="0"/>
          <p:nvPr/>
        </p:nvPicPr>
        <p:blipFill rotWithShape="1">
          <a:blip r:embed="rId3">
            <a:alphaModFix/>
          </a:blip>
          <a:srcRect r="74484" b="1753"/>
          <a:stretch/>
        </p:blipFill>
        <p:spPr>
          <a:xfrm>
            <a:off x="2300724" y="157316"/>
            <a:ext cx="1460115" cy="4753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Shape 123">
            <a:extLst>
              <a:ext uri="{FF2B5EF4-FFF2-40B4-BE49-F238E27FC236}">
                <a16:creationId xmlns:a16="http://schemas.microsoft.com/office/drawing/2014/main" id="{F9B48070-2BC3-4B8B-A5E4-E9A2968FA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4734" t="102" b="2718"/>
          <a:stretch/>
        </p:blipFill>
        <p:spPr>
          <a:xfrm>
            <a:off x="5267618" y="183125"/>
            <a:ext cx="2018086" cy="470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Shape 123">
            <a:extLst>
              <a:ext uri="{FF2B5EF4-FFF2-40B4-BE49-F238E27FC236}">
                <a16:creationId xmlns:a16="http://schemas.microsoft.com/office/drawing/2014/main" id="{2FB52CDB-CB52-44DB-9AAF-01A80DDABE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755" t="92202" r="33075" b="1625"/>
          <a:stretch/>
        </p:blipFill>
        <p:spPr>
          <a:xfrm>
            <a:off x="5041483" y="4586748"/>
            <a:ext cx="2470355" cy="29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A16F86-5C9E-488D-9466-3486A9BE40B0}"/>
              </a:ext>
            </a:extLst>
          </p:cNvPr>
          <p:cNvCxnSpPr>
            <a:cxnSpLocks/>
          </p:cNvCxnSpPr>
          <p:nvPr/>
        </p:nvCxnSpPr>
        <p:spPr>
          <a:xfrm>
            <a:off x="4466966" y="447651"/>
            <a:ext cx="1839691" cy="19329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9BF303-B059-48A7-A2DD-4072F783B919}"/>
              </a:ext>
            </a:extLst>
          </p:cNvPr>
          <p:cNvCxnSpPr>
            <a:cxnSpLocks/>
          </p:cNvCxnSpPr>
          <p:nvPr/>
        </p:nvCxnSpPr>
        <p:spPr>
          <a:xfrm flipH="1">
            <a:off x="2405984" y="447651"/>
            <a:ext cx="2060982" cy="208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46690-5C2D-482C-9B7D-F20801E5996D}"/>
              </a:ext>
            </a:extLst>
          </p:cNvPr>
          <p:cNvCxnSpPr>
            <a:cxnSpLocks/>
          </p:cNvCxnSpPr>
          <p:nvPr/>
        </p:nvCxnSpPr>
        <p:spPr>
          <a:xfrm>
            <a:off x="3622001" y="1311967"/>
            <a:ext cx="914710" cy="1222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028619" y="4108388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NETWORK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grpSp>
        <p:nvGrpSpPr>
          <p:cNvPr id="13" name="Shape 140">
            <a:extLst>
              <a:ext uri="{FF2B5EF4-FFF2-40B4-BE49-F238E27FC236}">
                <a16:creationId xmlns:a16="http://schemas.microsoft.com/office/drawing/2014/main" id="{06031210-927D-4779-9461-E11B130B3C43}"/>
              </a:ext>
            </a:extLst>
          </p:cNvPr>
          <p:cNvGrpSpPr/>
          <p:nvPr/>
        </p:nvGrpSpPr>
        <p:grpSpPr>
          <a:xfrm>
            <a:off x="1414809" y="2599488"/>
            <a:ext cx="5734380" cy="1444171"/>
            <a:chOff x="0" y="0"/>
            <a:chExt cx="7733035" cy="2738803"/>
          </a:xfrm>
        </p:grpSpPr>
        <p:pic>
          <p:nvPicPr>
            <p:cNvPr id="14" name="Shape 141">
              <a:extLst>
                <a:ext uri="{FF2B5EF4-FFF2-40B4-BE49-F238E27FC236}">
                  <a16:creationId xmlns:a16="http://schemas.microsoft.com/office/drawing/2014/main" id="{8DA5265A-5F9E-40D9-AC2C-F13856175BE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1323" t="3864" r="14252" b="5553"/>
            <a:stretch/>
          </p:blipFill>
          <p:spPr>
            <a:xfrm>
              <a:off x="2741883" y="0"/>
              <a:ext cx="2435445" cy="2738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Shape 142">
              <a:extLst>
                <a:ext uri="{FF2B5EF4-FFF2-40B4-BE49-F238E27FC236}">
                  <a16:creationId xmlns:a16="http://schemas.microsoft.com/office/drawing/2014/main" id="{FA25BE22-555D-4698-A154-E216A133CBD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43406" r="32272" b="55896"/>
            <a:stretch/>
          </p:blipFill>
          <p:spPr>
            <a:xfrm>
              <a:off x="0" y="0"/>
              <a:ext cx="2279320" cy="27377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Shape 143">
              <a:extLst>
                <a:ext uri="{FF2B5EF4-FFF2-40B4-BE49-F238E27FC236}">
                  <a16:creationId xmlns:a16="http://schemas.microsoft.com/office/drawing/2014/main" id="{A2F04C0D-705E-4CDC-9076-C0D1C3246B9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8555" t="4135" r="22816" b="28318"/>
            <a:stretch/>
          </p:blipFill>
          <p:spPr>
            <a:xfrm>
              <a:off x="5677607" y="0"/>
              <a:ext cx="2055428" cy="273880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8239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A16F86-5C9E-488D-9466-3486A9BE40B0}"/>
              </a:ext>
            </a:extLst>
          </p:cNvPr>
          <p:cNvCxnSpPr>
            <a:cxnSpLocks/>
          </p:cNvCxnSpPr>
          <p:nvPr/>
        </p:nvCxnSpPr>
        <p:spPr>
          <a:xfrm>
            <a:off x="4466966" y="447651"/>
            <a:ext cx="1839691" cy="19329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9BF303-B059-48A7-A2DD-4072F783B919}"/>
              </a:ext>
            </a:extLst>
          </p:cNvPr>
          <p:cNvCxnSpPr>
            <a:cxnSpLocks/>
          </p:cNvCxnSpPr>
          <p:nvPr/>
        </p:nvCxnSpPr>
        <p:spPr>
          <a:xfrm flipH="1">
            <a:off x="2405984" y="447651"/>
            <a:ext cx="2060982" cy="208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46690-5C2D-482C-9B7D-F20801E5996D}"/>
              </a:ext>
            </a:extLst>
          </p:cNvPr>
          <p:cNvCxnSpPr>
            <a:cxnSpLocks/>
          </p:cNvCxnSpPr>
          <p:nvPr/>
        </p:nvCxnSpPr>
        <p:spPr>
          <a:xfrm>
            <a:off x="3622001" y="1311967"/>
            <a:ext cx="914710" cy="1222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8F9498-673A-45E4-A756-44A911FF0E38}"/>
              </a:ext>
            </a:extLst>
          </p:cNvPr>
          <p:cNvCxnSpPr>
            <a:cxnSpLocks/>
          </p:cNvCxnSpPr>
          <p:nvPr/>
        </p:nvCxnSpPr>
        <p:spPr>
          <a:xfrm flipH="1">
            <a:off x="3929405" y="826238"/>
            <a:ext cx="931108" cy="9343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1" name="Shape 139">
            <a:extLst>
              <a:ext uri="{FF2B5EF4-FFF2-40B4-BE49-F238E27FC236}">
                <a16:creationId xmlns:a16="http://schemas.microsoft.com/office/drawing/2014/main" id="{B71084ED-C3FB-418F-9C6C-97D01B322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2" y="2534759"/>
            <a:ext cx="2409713" cy="11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Shape 138">
            <a:extLst>
              <a:ext uri="{FF2B5EF4-FFF2-40B4-BE49-F238E27FC236}">
                <a16:creationId xmlns:a16="http://schemas.microsoft.com/office/drawing/2014/main" id="{783E1BB3-ABC1-45F7-BA9E-F91E038974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1511" t="4416" r="7481" b="12269"/>
          <a:stretch/>
        </p:blipFill>
        <p:spPr>
          <a:xfrm>
            <a:off x="5708954" y="2380580"/>
            <a:ext cx="1560761" cy="1203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70DFFB-A2BE-4DF8-8ACA-DD94F7DA005A}"/>
              </a:ext>
            </a:extLst>
          </p:cNvPr>
          <p:cNvSpPr/>
          <p:nvPr/>
        </p:nvSpPr>
        <p:spPr>
          <a:xfrm>
            <a:off x="4047639" y="1970524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1029" name="Picture 5" descr="Image result for bacteria png">
            <a:extLst>
              <a:ext uri="{FF2B5EF4-FFF2-40B4-BE49-F238E27FC236}">
                <a16:creationId xmlns:a16="http://schemas.microsoft.com/office/drawing/2014/main" id="{36D71E0A-895C-4469-B15F-E6A5DD7A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81" y="2293464"/>
            <a:ext cx="2205479" cy="168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028619" y="4108388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GENE FLOW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26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A16F86-5C9E-488D-9466-3486A9BE40B0}"/>
              </a:ext>
            </a:extLst>
          </p:cNvPr>
          <p:cNvCxnSpPr>
            <a:cxnSpLocks/>
          </p:cNvCxnSpPr>
          <p:nvPr/>
        </p:nvCxnSpPr>
        <p:spPr>
          <a:xfrm>
            <a:off x="4466966" y="447651"/>
            <a:ext cx="1839691" cy="19329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9BF303-B059-48A7-A2DD-4072F783B919}"/>
              </a:ext>
            </a:extLst>
          </p:cNvPr>
          <p:cNvCxnSpPr>
            <a:cxnSpLocks/>
          </p:cNvCxnSpPr>
          <p:nvPr/>
        </p:nvCxnSpPr>
        <p:spPr>
          <a:xfrm flipH="1">
            <a:off x="2405984" y="447651"/>
            <a:ext cx="2060982" cy="208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46690-5C2D-482C-9B7D-F20801E5996D}"/>
              </a:ext>
            </a:extLst>
          </p:cNvPr>
          <p:cNvCxnSpPr>
            <a:cxnSpLocks/>
          </p:cNvCxnSpPr>
          <p:nvPr/>
        </p:nvCxnSpPr>
        <p:spPr>
          <a:xfrm>
            <a:off x="3622001" y="1311967"/>
            <a:ext cx="914710" cy="1222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DDAEF6-8F3B-40BB-834A-F276DBC74B7A}"/>
              </a:ext>
            </a:extLst>
          </p:cNvPr>
          <p:cNvCxnSpPr>
            <a:cxnSpLocks/>
          </p:cNvCxnSpPr>
          <p:nvPr/>
        </p:nvCxnSpPr>
        <p:spPr>
          <a:xfrm flipH="1">
            <a:off x="4347832" y="1311967"/>
            <a:ext cx="961968" cy="98149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8F9498-673A-45E4-A756-44A911FF0E38}"/>
              </a:ext>
            </a:extLst>
          </p:cNvPr>
          <p:cNvCxnSpPr>
            <a:cxnSpLocks/>
          </p:cNvCxnSpPr>
          <p:nvPr/>
        </p:nvCxnSpPr>
        <p:spPr>
          <a:xfrm flipH="1">
            <a:off x="3929405" y="826238"/>
            <a:ext cx="931108" cy="9343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1" name="Shape 139">
            <a:extLst>
              <a:ext uri="{FF2B5EF4-FFF2-40B4-BE49-F238E27FC236}">
                <a16:creationId xmlns:a16="http://schemas.microsoft.com/office/drawing/2014/main" id="{B71084ED-C3FB-418F-9C6C-97D01B322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2" y="2534759"/>
            <a:ext cx="2409713" cy="11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Shape 138">
            <a:extLst>
              <a:ext uri="{FF2B5EF4-FFF2-40B4-BE49-F238E27FC236}">
                <a16:creationId xmlns:a16="http://schemas.microsoft.com/office/drawing/2014/main" id="{783E1BB3-ABC1-45F7-BA9E-F91E038974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1511" t="4416" r="7481" b="12269"/>
          <a:stretch/>
        </p:blipFill>
        <p:spPr>
          <a:xfrm>
            <a:off x="5708954" y="2380580"/>
            <a:ext cx="1560761" cy="1203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70DFFB-A2BE-4DF8-8ACA-DD94F7DA005A}"/>
              </a:ext>
            </a:extLst>
          </p:cNvPr>
          <p:cNvSpPr/>
          <p:nvPr/>
        </p:nvSpPr>
        <p:spPr>
          <a:xfrm>
            <a:off x="4047639" y="1970524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1029" name="Picture 5" descr="Image result for bacteria png">
            <a:extLst>
              <a:ext uri="{FF2B5EF4-FFF2-40B4-BE49-F238E27FC236}">
                <a16:creationId xmlns:a16="http://schemas.microsoft.com/office/drawing/2014/main" id="{36D71E0A-895C-4469-B15F-E6A5DD7A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81" y="2293464"/>
            <a:ext cx="2205479" cy="168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028619" y="4108388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GENE FLOW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88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A16F86-5C9E-488D-9466-3486A9BE40B0}"/>
              </a:ext>
            </a:extLst>
          </p:cNvPr>
          <p:cNvCxnSpPr>
            <a:cxnSpLocks/>
          </p:cNvCxnSpPr>
          <p:nvPr/>
        </p:nvCxnSpPr>
        <p:spPr>
          <a:xfrm>
            <a:off x="4466966" y="447651"/>
            <a:ext cx="1839691" cy="19329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9BF303-B059-48A7-A2DD-4072F783B919}"/>
              </a:ext>
            </a:extLst>
          </p:cNvPr>
          <p:cNvCxnSpPr>
            <a:cxnSpLocks/>
          </p:cNvCxnSpPr>
          <p:nvPr/>
        </p:nvCxnSpPr>
        <p:spPr>
          <a:xfrm flipH="1">
            <a:off x="2405984" y="447651"/>
            <a:ext cx="2060982" cy="208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46690-5C2D-482C-9B7D-F20801E5996D}"/>
              </a:ext>
            </a:extLst>
          </p:cNvPr>
          <p:cNvCxnSpPr>
            <a:cxnSpLocks/>
          </p:cNvCxnSpPr>
          <p:nvPr/>
        </p:nvCxnSpPr>
        <p:spPr>
          <a:xfrm>
            <a:off x="3622001" y="1311967"/>
            <a:ext cx="914710" cy="1222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DDAEF6-8F3B-40BB-834A-F276DBC74B7A}"/>
              </a:ext>
            </a:extLst>
          </p:cNvPr>
          <p:cNvCxnSpPr>
            <a:cxnSpLocks/>
          </p:cNvCxnSpPr>
          <p:nvPr/>
        </p:nvCxnSpPr>
        <p:spPr>
          <a:xfrm flipH="1">
            <a:off x="4347832" y="1311967"/>
            <a:ext cx="961968" cy="98149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8F9498-673A-45E4-A756-44A911FF0E38}"/>
              </a:ext>
            </a:extLst>
          </p:cNvPr>
          <p:cNvCxnSpPr>
            <a:cxnSpLocks/>
          </p:cNvCxnSpPr>
          <p:nvPr/>
        </p:nvCxnSpPr>
        <p:spPr>
          <a:xfrm flipH="1">
            <a:off x="3929405" y="826238"/>
            <a:ext cx="931108" cy="9343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0C99A1-9C1C-45D5-BD0F-414344B6ACA7}"/>
              </a:ext>
            </a:extLst>
          </p:cNvPr>
          <p:cNvCxnSpPr>
            <a:cxnSpLocks/>
          </p:cNvCxnSpPr>
          <p:nvPr/>
        </p:nvCxnSpPr>
        <p:spPr>
          <a:xfrm>
            <a:off x="4466966" y="1224851"/>
            <a:ext cx="495675" cy="47788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1" name="Shape 139">
            <a:extLst>
              <a:ext uri="{FF2B5EF4-FFF2-40B4-BE49-F238E27FC236}">
                <a16:creationId xmlns:a16="http://schemas.microsoft.com/office/drawing/2014/main" id="{B71084ED-C3FB-418F-9C6C-97D01B322F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2" y="2534759"/>
            <a:ext cx="2409713" cy="11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Shape 138">
            <a:extLst>
              <a:ext uri="{FF2B5EF4-FFF2-40B4-BE49-F238E27FC236}">
                <a16:creationId xmlns:a16="http://schemas.microsoft.com/office/drawing/2014/main" id="{783E1BB3-ABC1-45F7-BA9E-F91E038974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1511" t="4416" r="7481" b="12269"/>
          <a:stretch/>
        </p:blipFill>
        <p:spPr>
          <a:xfrm>
            <a:off x="5708954" y="2380580"/>
            <a:ext cx="1560761" cy="1203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70DFFB-A2BE-4DF8-8ACA-DD94F7DA005A}"/>
              </a:ext>
            </a:extLst>
          </p:cNvPr>
          <p:cNvSpPr/>
          <p:nvPr/>
        </p:nvSpPr>
        <p:spPr>
          <a:xfrm>
            <a:off x="4047639" y="1970524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1029" name="Picture 5" descr="Image result for bacteria png">
            <a:extLst>
              <a:ext uri="{FF2B5EF4-FFF2-40B4-BE49-F238E27FC236}">
                <a16:creationId xmlns:a16="http://schemas.microsoft.com/office/drawing/2014/main" id="{36D71E0A-895C-4469-B15F-E6A5DD7A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81" y="2293464"/>
            <a:ext cx="2205479" cy="168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028619" y="4108388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GENE FLOW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20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6AB366-D1D4-4674-B343-CCC0F91F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344" y="447651"/>
            <a:ext cx="3268800" cy="126909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A16F86-5C9E-488D-9466-3486A9BE40B0}"/>
              </a:ext>
            </a:extLst>
          </p:cNvPr>
          <p:cNvCxnSpPr>
            <a:cxnSpLocks/>
          </p:cNvCxnSpPr>
          <p:nvPr/>
        </p:nvCxnSpPr>
        <p:spPr>
          <a:xfrm>
            <a:off x="4466966" y="447651"/>
            <a:ext cx="1839691" cy="19329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9BF303-B059-48A7-A2DD-4072F783B919}"/>
              </a:ext>
            </a:extLst>
          </p:cNvPr>
          <p:cNvCxnSpPr>
            <a:cxnSpLocks/>
          </p:cNvCxnSpPr>
          <p:nvPr/>
        </p:nvCxnSpPr>
        <p:spPr>
          <a:xfrm flipH="1">
            <a:off x="2405984" y="447651"/>
            <a:ext cx="2060982" cy="208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746690-5C2D-482C-9B7D-F20801E5996D}"/>
              </a:ext>
            </a:extLst>
          </p:cNvPr>
          <p:cNvCxnSpPr>
            <a:cxnSpLocks/>
          </p:cNvCxnSpPr>
          <p:nvPr/>
        </p:nvCxnSpPr>
        <p:spPr>
          <a:xfrm>
            <a:off x="3622001" y="1311967"/>
            <a:ext cx="914710" cy="1222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DDAEF6-8F3B-40BB-834A-F276DBC74B7A}"/>
              </a:ext>
            </a:extLst>
          </p:cNvPr>
          <p:cNvCxnSpPr>
            <a:cxnSpLocks/>
          </p:cNvCxnSpPr>
          <p:nvPr/>
        </p:nvCxnSpPr>
        <p:spPr>
          <a:xfrm flipH="1">
            <a:off x="4347832" y="1311967"/>
            <a:ext cx="961968" cy="98149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8F9498-673A-45E4-A756-44A911FF0E38}"/>
              </a:ext>
            </a:extLst>
          </p:cNvPr>
          <p:cNvCxnSpPr>
            <a:cxnSpLocks/>
          </p:cNvCxnSpPr>
          <p:nvPr/>
        </p:nvCxnSpPr>
        <p:spPr>
          <a:xfrm flipH="1">
            <a:off x="3929405" y="826238"/>
            <a:ext cx="931108" cy="9343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0C99A1-9C1C-45D5-BD0F-414344B6ACA7}"/>
              </a:ext>
            </a:extLst>
          </p:cNvPr>
          <p:cNvCxnSpPr>
            <a:cxnSpLocks/>
          </p:cNvCxnSpPr>
          <p:nvPr/>
        </p:nvCxnSpPr>
        <p:spPr>
          <a:xfrm>
            <a:off x="4466966" y="1224851"/>
            <a:ext cx="495675" cy="47788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1" name="Shape 139">
            <a:extLst>
              <a:ext uri="{FF2B5EF4-FFF2-40B4-BE49-F238E27FC236}">
                <a16:creationId xmlns:a16="http://schemas.microsoft.com/office/drawing/2014/main" id="{B71084ED-C3FB-418F-9C6C-97D01B322F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762" y="2534759"/>
            <a:ext cx="2409713" cy="11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Shape 138">
            <a:extLst>
              <a:ext uri="{FF2B5EF4-FFF2-40B4-BE49-F238E27FC236}">
                <a16:creationId xmlns:a16="http://schemas.microsoft.com/office/drawing/2014/main" id="{783E1BB3-ABC1-45F7-BA9E-F91E038974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1511" t="4416" r="7481" b="12269"/>
          <a:stretch/>
        </p:blipFill>
        <p:spPr>
          <a:xfrm>
            <a:off x="5708954" y="2380580"/>
            <a:ext cx="1560761" cy="1203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70DFFB-A2BE-4DF8-8ACA-DD94F7DA005A}"/>
              </a:ext>
            </a:extLst>
          </p:cNvPr>
          <p:cNvSpPr/>
          <p:nvPr/>
        </p:nvSpPr>
        <p:spPr>
          <a:xfrm>
            <a:off x="4047639" y="1970524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1029" name="Picture 5" descr="Image result for bacteria png">
            <a:extLst>
              <a:ext uri="{FF2B5EF4-FFF2-40B4-BE49-F238E27FC236}">
                <a16:creationId xmlns:a16="http://schemas.microsoft.com/office/drawing/2014/main" id="{36D71E0A-895C-4469-B15F-E6A5DD7A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481" y="2293464"/>
            <a:ext cx="2205479" cy="168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028619" y="4108388"/>
            <a:ext cx="6642839" cy="56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GENE FLOW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35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1145604-1DEE-4A59-A7B6-C55E12F41BC9}"/>
              </a:ext>
            </a:extLst>
          </p:cNvPr>
          <p:cNvSpPr txBox="1"/>
          <p:nvPr/>
        </p:nvSpPr>
        <p:spPr>
          <a:xfrm>
            <a:off x="1800770" y="4178499"/>
            <a:ext cx="2066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</a:t>
            </a:r>
            <a:r>
              <a:rPr lang="en-US" dirty="0">
                <a:latin typeface="Helvetica Neue" panose="020B0604020202020204" charset="0"/>
              </a:rPr>
              <a:t>Species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B5FF4-7AA6-4860-A4C2-AE026FC10E8B}"/>
              </a:ext>
            </a:extLst>
          </p:cNvPr>
          <p:cNvSpPr txBox="1"/>
          <p:nvPr/>
        </p:nvSpPr>
        <p:spPr>
          <a:xfrm rot="5400000">
            <a:off x="406848" y="2243186"/>
            <a:ext cx="155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" panose="020B0604020202020204" charset="0"/>
              </a:rPr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6AF06-0B7D-4BDF-B7C5-8008E4B06CBC}"/>
              </a:ext>
            </a:extLst>
          </p:cNvPr>
          <p:cNvSpPr txBox="1"/>
          <p:nvPr/>
        </p:nvSpPr>
        <p:spPr>
          <a:xfrm>
            <a:off x="1724025" y="3876675"/>
            <a:ext cx="2143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	2	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0CF13-959E-4E3A-A863-26E49D62877D}"/>
              </a:ext>
            </a:extLst>
          </p:cNvPr>
          <p:cNvSpPr txBox="1"/>
          <p:nvPr/>
        </p:nvSpPr>
        <p:spPr>
          <a:xfrm>
            <a:off x="1382011" y="1216742"/>
            <a:ext cx="3113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4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941662-E14A-4EA9-A391-41C7C08C0FA5}"/>
              </a:ext>
            </a:extLst>
          </p:cNvPr>
          <p:cNvCxnSpPr>
            <a:cxnSpLocks/>
          </p:cNvCxnSpPr>
          <p:nvPr/>
        </p:nvCxnSpPr>
        <p:spPr>
          <a:xfrm flipV="1">
            <a:off x="1714500" y="1032387"/>
            <a:ext cx="0" cy="284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23A28BE-247A-4B94-ADC3-E38FD7149415}"/>
                  </a:ext>
                </a:extLst>
              </p14:cNvPr>
              <p14:cNvContentPartPr/>
              <p14:nvPr/>
            </p14:nvContentPartPr>
            <p14:xfrm>
              <a:off x="5338603" y="4770778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23A28BE-247A-4B94-ADC3-E38FD71494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9603" y="476177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6B9755D4-6F8A-4632-9F0F-DD41302BAF86}"/>
              </a:ext>
            </a:extLst>
          </p:cNvPr>
          <p:cNvSpPr/>
          <p:nvPr/>
        </p:nvSpPr>
        <p:spPr>
          <a:xfrm flipH="1">
            <a:off x="1789931" y="3443748"/>
            <a:ext cx="217703" cy="425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C863EF-4EE6-4331-A517-76166C049D20}"/>
              </a:ext>
            </a:extLst>
          </p:cNvPr>
          <p:cNvSpPr/>
          <p:nvPr/>
        </p:nvSpPr>
        <p:spPr>
          <a:xfrm flipH="1">
            <a:off x="2666133" y="2440858"/>
            <a:ext cx="217703" cy="1435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92AEC83-658B-47C7-A56D-F59F9FB6E3D4}"/>
              </a:ext>
            </a:extLst>
          </p:cNvPr>
          <p:cNvSpPr/>
          <p:nvPr/>
        </p:nvSpPr>
        <p:spPr>
          <a:xfrm flipH="1">
            <a:off x="3602592" y="1541206"/>
            <a:ext cx="217703" cy="23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C69840-42A9-46BF-9CCF-AA2ECC33BC32}"/>
              </a:ext>
            </a:extLst>
          </p:cNvPr>
          <p:cNvCxnSpPr>
            <a:cxnSpLocks/>
          </p:cNvCxnSpPr>
          <p:nvPr/>
        </p:nvCxnSpPr>
        <p:spPr>
          <a:xfrm flipV="1">
            <a:off x="1724025" y="3876675"/>
            <a:ext cx="33715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10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F56E1AA-0C2A-43CC-A1C7-8091B574A422}"/>
              </a:ext>
            </a:extLst>
          </p:cNvPr>
          <p:cNvSpPr txBox="1"/>
          <p:nvPr/>
        </p:nvSpPr>
        <p:spPr>
          <a:xfrm>
            <a:off x="1753522" y="3994662"/>
            <a:ext cx="3133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	2	3	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12B69-C25B-4CCD-8A5D-34749177385A}"/>
              </a:ext>
            </a:extLst>
          </p:cNvPr>
          <p:cNvSpPr txBox="1"/>
          <p:nvPr/>
        </p:nvSpPr>
        <p:spPr>
          <a:xfrm>
            <a:off x="1830267" y="4296486"/>
            <a:ext cx="2066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</a:t>
            </a:r>
            <a:r>
              <a:rPr lang="en-US" dirty="0">
                <a:latin typeface="Helvetica Neue" panose="020B0604020202020204" charset="0"/>
              </a:rPr>
              <a:t>Species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98D440-B2BB-4371-876A-9C6F65B476BD}"/>
              </a:ext>
            </a:extLst>
          </p:cNvPr>
          <p:cNvCxnSpPr>
            <a:cxnSpLocks/>
          </p:cNvCxnSpPr>
          <p:nvPr/>
        </p:nvCxnSpPr>
        <p:spPr>
          <a:xfrm flipV="1">
            <a:off x="1753522" y="3985137"/>
            <a:ext cx="45434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E689F5-54BD-4623-92D0-68B0BEA625FE}"/>
              </a:ext>
            </a:extLst>
          </p:cNvPr>
          <p:cNvCxnSpPr>
            <a:cxnSpLocks/>
          </p:cNvCxnSpPr>
          <p:nvPr/>
        </p:nvCxnSpPr>
        <p:spPr>
          <a:xfrm flipV="1">
            <a:off x="1743997" y="486697"/>
            <a:ext cx="9525" cy="3507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612E431-9AF4-4349-A545-41828EF07963}"/>
              </a:ext>
            </a:extLst>
          </p:cNvPr>
          <p:cNvSpPr txBox="1"/>
          <p:nvPr/>
        </p:nvSpPr>
        <p:spPr>
          <a:xfrm>
            <a:off x="1404252" y="575578"/>
            <a:ext cx="3113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  <a:p>
            <a:endParaRPr lang="en-US" dirty="0"/>
          </a:p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4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4F6503-0E37-4793-9C32-5741D34F8D15}"/>
              </a:ext>
            </a:extLst>
          </p:cNvPr>
          <p:cNvSpPr/>
          <p:nvPr/>
        </p:nvSpPr>
        <p:spPr>
          <a:xfrm flipH="1">
            <a:off x="1830265" y="3677359"/>
            <a:ext cx="217703" cy="303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D2247A-A406-4E85-9943-5FD269462C35}"/>
              </a:ext>
            </a:extLst>
          </p:cNvPr>
          <p:cNvSpPr/>
          <p:nvPr/>
        </p:nvSpPr>
        <p:spPr>
          <a:xfrm flipH="1">
            <a:off x="2688225" y="2669458"/>
            <a:ext cx="217703" cy="1304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C292FC-7626-47BC-A848-4F3A90798B5C}"/>
              </a:ext>
            </a:extLst>
          </p:cNvPr>
          <p:cNvSpPr/>
          <p:nvPr/>
        </p:nvSpPr>
        <p:spPr>
          <a:xfrm flipH="1">
            <a:off x="3622928" y="1821426"/>
            <a:ext cx="217703" cy="2152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DD726C-C4F1-4CE6-B2B2-816FDDF22E3C}"/>
              </a:ext>
            </a:extLst>
          </p:cNvPr>
          <p:cNvSpPr/>
          <p:nvPr/>
        </p:nvSpPr>
        <p:spPr>
          <a:xfrm flipH="1">
            <a:off x="4486156" y="1010265"/>
            <a:ext cx="217703" cy="297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40611F-1ABD-4307-83E0-FF893FFF8D58}"/>
              </a:ext>
            </a:extLst>
          </p:cNvPr>
          <p:cNvSpPr txBox="1"/>
          <p:nvPr/>
        </p:nvSpPr>
        <p:spPr>
          <a:xfrm rot="5400000">
            <a:off x="436345" y="2361173"/>
            <a:ext cx="155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" panose="020B060402020202020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92203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81A4F1-BA1A-4899-87A1-59ABC8AAA806}"/>
              </a:ext>
            </a:extLst>
          </p:cNvPr>
          <p:cNvCxnSpPr>
            <a:cxnSpLocks/>
          </p:cNvCxnSpPr>
          <p:nvPr/>
        </p:nvCxnSpPr>
        <p:spPr>
          <a:xfrm flipV="1">
            <a:off x="1724025" y="3867150"/>
            <a:ext cx="45434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FC9415-9FA6-405F-8557-53EC7158DC0C}"/>
              </a:ext>
            </a:extLst>
          </p:cNvPr>
          <p:cNvCxnSpPr>
            <a:cxnSpLocks/>
          </p:cNvCxnSpPr>
          <p:nvPr/>
        </p:nvCxnSpPr>
        <p:spPr>
          <a:xfrm flipV="1">
            <a:off x="1714500" y="619432"/>
            <a:ext cx="9525" cy="3257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F08422-0219-45B5-9295-CCA341500116}"/>
              </a:ext>
            </a:extLst>
          </p:cNvPr>
          <p:cNvSpPr txBox="1"/>
          <p:nvPr/>
        </p:nvSpPr>
        <p:spPr>
          <a:xfrm>
            <a:off x="1724025" y="3876675"/>
            <a:ext cx="4238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	2	3	4	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661A5-4E58-4EE3-86DF-862773C5A56A}"/>
              </a:ext>
            </a:extLst>
          </p:cNvPr>
          <p:cNvSpPr txBox="1"/>
          <p:nvPr/>
        </p:nvSpPr>
        <p:spPr>
          <a:xfrm>
            <a:off x="1314450" y="619432"/>
            <a:ext cx="4095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  <a:p>
            <a:r>
              <a:rPr lang="en-US" dirty="0"/>
              <a:t>14</a:t>
            </a:r>
          </a:p>
          <a:p>
            <a:r>
              <a:rPr lang="en-US" dirty="0"/>
              <a:t>13121110</a:t>
            </a:r>
          </a:p>
          <a:p>
            <a:r>
              <a:rPr lang="en-US" dirty="0"/>
              <a:t>9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5CFA8-F1AA-4801-A9EB-ABDEE34B15D1}"/>
              </a:ext>
            </a:extLst>
          </p:cNvPr>
          <p:cNvSpPr txBox="1"/>
          <p:nvPr/>
        </p:nvSpPr>
        <p:spPr>
          <a:xfrm>
            <a:off x="1800770" y="4178499"/>
            <a:ext cx="2066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Number of </a:t>
            </a:r>
            <a:r>
              <a:rPr lang="en-US" dirty="0">
                <a:latin typeface="Helvetica Neue" panose="020B0604020202020204" charset="0"/>
              </a:rPr>
              <a:t>Species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F6887C-785A-44EB-9DEA-7EC115D28447}"/>
              </a:ext>
            </a:extLst>
          </p:cNvPr>
          <p:cNvSpPr/>
          <p:nvPr/>
        </p:nvSpPr>
        <p:spPr>
          <a:xfrm flipH="1">
            <a:off x="5412572" y="722671"/>
            <a:ext cx="217703" cy="3131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F3F7F8-40C1-4046-A5B2-A96D3B9C861B}"/>
              </a:ext>
            </a:extLst>
          </p:cNvPr>
          <p:cNvSpPr/>
          <p:nvPr/>
        </p:nvSpPr>
        <p:spPr>
          <a:xfrm flipH="1">
            <a:off x="1800767" y="3731342"/>
            <a:ext cx="217703" cy="13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7DA87A-8912-4438-A6A5-AD438A61FE3B}"/>
              </a:ext>
            </a:extLst>
          </p:cNvPr>
          <p:cNvSpPr/>
          <p:nvPr/>
        </p:nvSpPr>
        <p:spPr>
          <a:xfrm flipH="1">
            <a:off x="2658727" y="3229897"/>
            <a:ext cx="217703" cy="626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95721D-B8EF-4DAC-A1CB-C1565723B57F}"/>
              </a:ext>
            </a:extLst>
          </p:cNvPr>
          <p:cNvSpPr/>
          <p:nvPr/>
        </p:nvSpPr>
        <p:spPr>
          <a:xfrm flipH="1">
            <a:off x="3557691" y="2765323"/>
            <a:ext cx="217703" cy="1089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59954A-A51F-40F3-BAAF-3860150ED97D}"/>
              </a:ext>
            </a:extLst>
          </p:cNvPr>
          <p:cNvSpPr/>
          <p:nvPr/>
        </p:nvSpPr>
        <p:spPr>
          <a:xfrm flipH="1">
            <a:off x="4456657" y="2492476"/>
            <a:ext cx="217703" cy="1374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04A662-EF77-4937-8F22-0CD7E7E95693}"/>
              </a:ext>
            </a:extLst>
          </p:cNvPr>
          <p:cNvSpPr txBox="1"/>
          <p:nvPr/>
        </p:nvSpPr>
        <p:spPr>
          <a:xfrm rot="5400000">
            <a:off x="406848" y="2243186"/>
            <a:ext cx="1551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" panose="020B060402020202020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982225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322024" y="80408"/>
            <a:ext cx="6642839" cy="62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OUR APPROACH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5A9905-D9CD-4437-A1AF-0A20161111E5}"/>
              </a:ext>
            </a:extLst>
          </p:cNvPr>
          <p:cNvCxnSpPr>
            <a:cxnSpLocks/>
          </p:cNvCxnSpPr>
          <p:nvPr/>
        </p:nvCxnSpPr>
        <p:spPr>
          <a:xfrm>
            <a:off x="1962150" y="898858"/>
            <a:ext cx="637501" cy="1090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993155-CA06-41DD-97F1-B60E275E1699}"/>
              </a:ext>
            </a:extLst>
          </p:cNvPr>
          <p:cNvCxnSpPr>
            <a:cxnSpLocks/>
          </p:cNvCxnSpPr>
          <p:nvPr/>
        </p:nvCxnSpPr>
        <p:spPr>
          <a:xfrm flipH="1">
            <a:off x="965200" y="901700"/>
            <a:ext cx="996950" cy="10878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710C9C-8BB3-42E3-ADD7-D1DC7FB689C4}"/>
              </a:ext>
            </a:extLst>
          </p:cNvPr>
          <p:cNvCxnSpPr>
            <a:cxnSpLocks/>
          </p:cNvCxnSpPr>
          <p:nvPr/>
        </p:nvCxnSpPr>
        <p:spPr>
          <a:xfrm>
            <a:off x="1602701" y="1331017"/>
            <a:ext cx="425638" cy="6585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C780C07-0200-4F06-9B38-98096A88D47C}"/>
              </a:ext>
            </a:extLst>
          </p:cNvPr>
          <p:cNvCxnSpPr>
            <a:cxnSpLocks/>
          </p:cNvCxnSpPr>
          <p:nvPr/>
        </p:nvCxnSpPr>
        <p:spPr>
          <a:xfrm>
            <a:off x="5439487" y="898858"/>
            <a:ext cx="637501" cy="1090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729129-FF15-46F1-B046-D0957575417A}"/>
              </a:ext>
            </a:extLst>
          </p:cNvPr>
          <p:cNvCxnSpPr>
            <a:cxnSpLocks/>
          </p:cNvCxnSpPr>
          <p:nvPr/>
        </p:nvCxnSpPr>
        <p:spPr>
          <a:xfrm flipH="1">
            <a:off x="4442537" y="901700"/>
            <a:ext cx="996950" cy="10878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389BEFB-17DC-421C-B5F2-DAE77673560E}"/>
              </a:ext>
            </a:extLst>
          </p:cNvPr>
          <p:cNvCxnSpPr>
            <a:cxnSpLocks/>
          </p:cNvCxnSpPr>
          <p:nvPr/>
        </p:nvCxnSpPr>
        <p:spPr>
          <a:xfrm flipH="1">
            <a:off x="5076736" y="1276350"/>
            <a:ext cx="606058" cy="685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33A35C-2F92-4BA0-997F-7EFB2087EA11}"/>
              </a:ext>
            </a:extLst>
          </p:cNvPr>
          <p:cNvCxnSpPr>
            <a:cxnSpLocks/>
          </p:cNvCxnSpPr>
          <p:nvPr/>
        </p:nvCxnSpPr>
        <p:spPr>
          <a:xfrm>
            <a:off x="3738847" y="898858"/>
            <a:ext cx="637501" cy="1090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5B01D3-EB13-42BD-A10D-4AD8FF589D54}"/>
              </a:ext>
            </a:extLst>
          </p:cNvPr>
          <p:cNvCxnSpPr>
            <a:cxnSpLocks/>
          </p:cNvCxnSpPr>
          <p:nvPr/>
        </p:nvCxnSpPr>
        <p:spPr>
          <a:xfrm flipH="1">
            <a:off x="2741897" y="901700"/>
            <a:ext cx="996950" cy="10878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070BE54-F1F1-4BB7-AC28-A2326C1D1232}"/>
              </a:ext>
            </a:extLst>
          </p:cNvPr>
          <p:cNvCxnSpPr>
            <a:cxnSpLocks/>
          </p:cNvCxnSpPr>
          <p:nvPr/>
        </p:nvCxnSpPr>
        <p:spPr>
          <a:xfrm>
            <a:off x="3379398" y="1331017"/>
            <a:ext cx="425638" cy="6585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082B849-4646-4E79-A938-E89087164F71}"/>
              </a:ext>
            </a:extLst>
          </p:cNvPr>
          <p:cNvCxnSpPr>
            <a:cxnSpLocks/>
          </p:cNvCxnSpPr>
          <p:nvPr/>
        </p:nvCxnSpPr>
        <p:spPr>
          <a:xfrm>
            <a:off x="7223837" y="905208"/>
            <a:ext cx="637501" cy="1090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1614F0D-ED7C-44B8-A134-9D620BFB9D07}"/>
              </a:ext>
            </a:extLst>
          </p:cNvPr>
          <p:cNvCxnSpPr>
            <a:cxnSpLocks/>
          </p:cNvCxnSpPr>
          <p:nvPr/>
        </p:nvCxnSpPr>
        <p:spPr>
          <a:xfrm flipH="1">
            <a:off x="6226887" y="908050"/>
            <a:ext cx="996950" cy="10878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43D99C3-EAFE-40F6-9BB7-7DFE09D82BB3}"/>
              </a:ext>
            </a:extLst>
          </p:cNvPr>
          <p:cNvCxnSpPr>
            <a:cxnSpLocks/>
          </p:cNvCxnSpPr>
          <p:nvPr/>
        </p:nvCxnSpPr>
        <p:spPr>
          <a:xfrm flipH="1">
            <a:off x="6861086" y="1282700"/>
            <a:ext cx="606058" cy="6858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01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158">
            <a:extLst>
              <a:ext uri="{FF2B5EF4-FFF2-40B4-BE49-F238E27FC236}">
                <a16:creationId xmlns:a16="http://schemas.microsoft.com/office/drawing/2014/main" id="{E780D00B-BADB-4AA3-830A-77EA92ED0284}"/>
              </a:ext>
            </a:extLst>
          </p:cNvPr>
          <p:cNvSpPr txBox="1"/>
          <p:nvPr/>
        </p:nvSpPr>
        <p:spPr>
          <a:xfrm>
            <a:off x="1322024" y="80408"/>
            <a:ext cx="6642839" cy="62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Helvetica Neue" panose="020B0604020202020204" charset="0"/>
                <a:cs typeface="Times New Roman" panose="02020603050405020304" pitchFamily="18" charset="0"/>
              </a:rPr>
              <a:t>OUR APPROACH</a:t>
            </a:r>
            <a:endParaRPr sz="3600" b="1" dirty="0">
              <a:latin typeface="Helvetica Neue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5A9905-D9CD-4437-A1AF-0A20161111E5}"/>
              </a:ext>
            </a:extLst>
          </p:cNvPr>
          <p:cNvCxnSpPr>
            <a:cxnSpLocks/>
          </p:cNvCxnSpPr>
          <p:nvPr/>
        </p:nvCxnSpPr>
        <p:spPr>
          <a:xfrm>
            <a:off x="4654550" y="1447800"/>
            <a:ext cx="1403350" cy="21145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993155-CA06-41DD-97F1-B60E275E1699}"/>
              </a:ext>
            </a:extLst>
          </p:cNvPr>
          <p:cNvCxnSpPr>
            <a:cxnSpLocks/>
          </p:cNvCxnSpPr>
          <p:nvPr/>
        </p:nvCxnSpPr>
        <p:spPr>
          <a:xfrm flipH="1">
            <a:off x="2794000" y="2959100"/>
            <a:ext cx="527050" cy="6540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710C9C-8BB3-42E3-ADD7-D1DC7FB689C4}"/>
              </a:ext>
            </a:extLst>
          </p:cNvPr>
          <p:cNvCxnSpPr>
            <a:cxnSpLocks/>
          </p:cNvCxnSpPr>
          <p:nvPr/>
        </p:nvCxnSpPr>
        <p:spPr>
          <a:xfrm>
            <a:off x="3348898" y="2966462"/>
            <a:ext cx="423002" cy="6466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47DA92-41D8-4F0D-84C3-565689899AB5}"/>
              </a:ext>
            </a:extLst>
          </p:cNvPr>
          <p:cNvCxnSpPr>
            <a:cxnSpLocks/>
          </p:cNvCxnSpPr>
          <p:nvPr/>
        </p:nvCxnSpPr>
        <p:spPr>
          <a:xfrm>
            <a:off x="4187286" y="1993899"/>
            <a:ext cx="657764" cy="947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390487-0889-43C6-984F-0ED1C78DC9F1}"/>
              </a:ext>
            </a:extLst>
          </p:cNvPr>
          <p:cNvCxnSpPr>
            <a:cxnSpLocks/>
          </p:cNvCxnSpPr>
          <p:nvPr/>
        </p:nvCxnSpPr>
        <p:spPr>
          <a:xfrm flipH="1">
            <a:off x="4184650" y="1447800"/>
            <a:ext cx="469900" cy="5461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C780C07-0200-4F06-9B38-98096A88D47C}"/>
              </a:ext>
            </a:extLst>
          </p:cNvPr>
          <p:cNvCxnSpPr>
            <a:cxnSpLocks/>
          </p:cNvCxnSpPr>
          <p:nvPr/>
        </p:nvCxnSpPr>
        <p:spPr>
          <a:xfrm>
            <a:off x="3797300" y="2483592"/>
            <a:ext cx="387350" cy="60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389BEFB-17DC-421C-B5F2-DAE77673560E}"/>
              </a:ext>
            </a:extLst>
          </p:cNvPr>
          <p:cNvCxnSpPr>
            <a:cxnSpLocks/>
          </p:cNvCxnSpPr>
          <p:nvPr/>
        </p:nvCxnSpPr>
        <p:spPr>
          <a:xfrm flipH="1">
            <a:off x="3776910" y="1993900"/>
            <a:ext cx="407740" cy="4889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33A35C-2F92-4BA0-997F-7EFB2087EA11}"/>
              </a:ext>
            </a:extLst>
          </p:cNvPr>
          <p:cNvCxnSpPr>
            <a:cxnSpLocks/>
          </p:cNvCxnSpPr>
          <p:nvPr/>
        </p:nvCxnSpPr>
        <p:spPr>
          <a:xfrm>
            <a:off x="4184650" y="3092450"/>
            <a:ext cx="309293" cy="4699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5B01D3-EB13-42BD-A10D-4AD8FF589D54}"/>
              </a:ext>
            </a:extLst>
          </p:cNvPr>
          <p:cNvCxnSpPr>
            <a:cxnSpLocks/>
          </p:cNvCxnSpPr>
          <p:nvPr/>
        </p:nvCxnSpPr>
        <p:spPr>
          <a:xfrm flipH="1">
            <a:off x="3321050" y="2482850"/>
            <a:ext cx="450850" cy="4836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070BE54-F1F1-4BB7-AC28-A2326C1D1232}"/>
              </a:ext>
            </a:extLst>
          </p:cNvPr>
          <p:cNvCxnSpPr>
            <a:cxnSpLocks/>
          </p:cNvCxnSpPr>
          <p:nvPr/>
        </p:nvCxnSpPr>
        <p:spPr>
          <a:xfrm>
            <a:off x="4845050" y="2941291"/>
            <a:ext cx="381000" cy="6210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184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10662</TotalTime>
  <Words>130</Words>
  <Application>Microsoft Office PowerPoint</Application>
  <PresentationFormat>On-screen Show (16:9)</PresentationFormat>
  <Paragraphs>71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Times New Roman</vt:lpstr>
      <vt:lpstr>Jokerman</vt:lpstr>
      <vt:lpstr>Helvetica Neue</vt:lpstr>
      <vt:lpstr>Arial</vt:lpstr>
      <vt:lpstr>Simple Light</vt:lpstr>
      <vt:lpstr>NETWORK OF LIFE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Phylogenetic Introduction</dc:title>
  <dc:creator>Naman Kanwar</dc:creator>
  <cp:lastModifiedBy>Naman Kanwar</cp:lastModifiedBy>
  <cp:revision>52</cp:revision>
  <dcterms:modified xsi:type="dcterms:W3CDTF">2018-04-03T04:04:25Z</dcterms:modified>
</cp:coreProperties>
</file>