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 id="2147483673" r:id="rId2"/>
  </p:sldMasterIdLst>
  <p:notesMasterIdLst>
    <p:notesMasterId r:id="rId15"/>
  </p:notesMasterIdLst>
  <p:sldIdLst>
    <p:sldId id="256" r:id="rId3"/>
    <p:sldId id="257" r:id="rId4"/>
    <p:sldId id="266" r:id="rId5"/>
    <p:sldId id="258" r:id="rId6"/>
    <p:sldId id="259" r:id="rId7"/>
    <p:sldId id="260" r:id="rId8"/>
    <p:sldId id="261" r:id="rId9"/>
    <p:sldId id="262" r:id="rId10"/>
    <p:sldId id="263" r:id="rId11"/>
    <p:sldId id="267" r:id="rId12"/>
    <p:sldId id="264" r:id="rId13"/>
    <p:sldId id="265" r:id="rId14"/>
  </p:sldIdLst>
  <p:sldSz cx="9144000" cy="5143500" type="screen16x9"/>
  <p:notesSz cx="6858000" cy="9144000"/>
  <p:embeddedFontLst>
    <p:embeddedFont>
      <p:font typeface="Helvetica Neue" panose="020B0604020202020204" charset="0"/>
      <p:regular r:id="rId16"/>
      <p:bold r:id="rId17"/>
      <p:italic r:id="rId18"/>
      <p:boldItalic r:id="rId19"/>
    </p:embeddedFont>
    <p:embeddedFont>
      <p:font typeface="Jokerman" panose="04090605060D06020702" pitchFamily="82" charset="0"/>
      <p:regular r:id="rId20"/>
    </p:embeddedFont>
    <p:embeddedFont>
      <p:font typeface="Helvetica Neue Light" panose="020B0604020202020204"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835" autoAdjust="0"/>
  </p:normalViewPr>
  <p:slideViewPr>
    <p:cSldViewPr snapToGrid="0">
      <p:cViewPr>
        <p:scale>
          <a:sx n="122" d="100"/>
          <a:sy n="122" d="100"/>
        </p:scale>
        <p:origin x="72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font" Target="fonts/font6.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9.fntdata"/><Relationship Id="rId5" Type="http://schemas.openxmlformats.org/officeDocument/2006/relationships/slide" Target="slides/slide3.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font" Target="fonts/font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7.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381300" y="685800"/>
            <a:ext cx="609607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Shape 4"/>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Shape 10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05" name="Shape 105"/>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Shape 1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11" name="Shape 11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US" dirty="0"/>
              <a:t>Why do we care?</a:t>
            </a:r>
            <a:endParaRPr lang="en" dirty="0"/>
          </a:p>
          <a:p>
            <a:pPr marL="0" lvl="0" indent="0">
              <a:spcBef>
                <a:spcPts val="0"/>
              </a:spcBef>
              <a:spcAft>
                <a:spcPts val="0"/>
              </a:spcAft>
              <a:buNone/>
            </a:pPr>
            <a:r>
              <a:rPr lang="en" dirty="0"/>
              <a:t>Phylogenetics studies evolution, which is depicted as a bifurcating tree. This tree represents the evolutionary history of 4 primates: human, chimpanzee, gorilla and orangutan. Humans and chimpanzees are sister species because they share a common ancestor (represented by the internal node in the tree).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Shape 11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16" name="Shape 11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extLst>
      <p:ext uri="{BB962C8B-B14F-4D97-AF65-F5344CB8AC3E}">
        <p14:creationId xmlns:p14="http://schemas.microsoft.com/office/powerpoint/2010/main" val="1214346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Shape 11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16" name="Shape 11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Shape 12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21" name="Shape 12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Shape 12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26" name="Shape 12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But there are some species for which the tree is not a good representation of their history. For example, these fish can hybridize, and the green arrow represents gene flow between the yellow fish and the blue fish. This means that the genetic material of the blue fish has two separate origins: one which follows the tree path (in black) and one that follows the gene flow path (in green). Our goal is to reconstruct the network that represents the evolutionary history of some group.</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Shape 131"/>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32" name="Shape 13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Shape 15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51" name="Shape 15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Shape 1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56" name="Shape 156"/>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Shape 16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61" name="Shape 161"/>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Shape 16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67" name="Shape 167"/>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Shape 10"/>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Shape 11"/>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Shape 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Shape 1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Shape 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Shape 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Shape 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Shape 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Shape 22"/>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Shape 2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Shape 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Shape 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Shape 2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Shape 3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Shape 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Shape 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Shape 3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Shape 37"/>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Shape 3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Shape 3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Shape 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Shape 4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800"/>
              <a:buNone/>
              <a:defRPr/>
            </a:lvl1pPr>
          </a:lstStyle>
          <a:p>
            <a:endParaRPr/>
          </a:p>
        </p:txBody>
      </p:sp>
      <p:sp>
        <p:nvSpPr>
          <p:cNvPr id="43" name="Shape 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Shape 45"/>
          <p:cNvSpPr txBox="1">
            <a:spLocks noGrp="1"/>
          </p:cNvSpPr>
          <p:nvPr>
            <p:ph type="title"/>
          </p:nvPr>
        </p:nvSpPr>
        <p:spPr>
          <a:xfrm>
            <a:off x="311700" y="1106125"/>
            <a:ext cx="8520600" cy="1963500"/>
          </a:xfrm>
          <a:prstGeom prst="rect">
            <a:avLst/>
          </a:prstGeom>
        </p:spPr>
        <p:txBody>
          <a:bodyPr spcFirstLastPara="1" wrap="square" lIns="91425" tIns="91425" rIns="91425" bIns="91425" anchor="b" anchorCtr="0"/>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endParaRPr/>
          </a:p>
        </p:txBody>
      </p:sp>
      <p:sp>
        <p:nvSpPr>
          <p:cNvPr id="46" name="Shape 4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Shape 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Shape 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54"/>
        <p:cNvGrpSpPr/>
        <p:nvPr/>
      </p:nvGrpSpPr>
      <p:grpSpPr>
        <a:xfrm>
          <a:off x="0" y="0"/>
          <a:ext cx="0" cy="0"/>
          <a:chOff x="0" y="0"/>
          <a:chExt cx="0" cy="0"/>
        </a:xfrm>
      </p:grpSpPr>
      <p:sp>
        <p:nvSpPr>
          <p:cNvPr id="55" name="Shape 55"/>
          <p:cNvSpPr txBox="1">
            <a:spLocks noGrp="1"/>
          </p:cNvSpPr>
          <p:nvPr>
            <p:ph type="title"/>
          </p:nvPr>
        </p:nvSpPr>
        <p:spPr>
          <a:xfrm>
            <a:off x="892969" y="863947"/>
            <a:ext cx="7358063" cy="1741289"/>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6" name="Shape 56"/>
          <p:cNvSpPr txBox="1">
            <a:spLocks noGrp="1"/>
          </p:cNvSpPr>
          <p:nvPr>
            <p:ph type="body" idx="1"/>
          </p:nvPr>
        </p:nvSpPr>
        <p:spPr>
          <a:xfrm>
            <a:off x="892969" y="2652117"/>
            <a:ext cx="7358063" cy="59605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7" name="Shape 57"/>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 Center" type="tx">
  <p:cSld name="TITLE_AND_BODY">
    <p:spTree>
      <p:nvGrpSpPr>
        <p:cNvPr id="1" name="Shape 58"/>
        <p:cNvGrpSpPr/>
        <p:nvPr/>
      </p:nvGrpSpPr>
      <p:grpSpPr>
        <a:xfrm>
          <a:off x="0" y="0"/>
          <a:ext cx="0" cy="0"/>
          <a:chOff x="0" y="0"/>
          <a:chExt cx="0" cy="0"/>
        </a:xfrm>
      </p:grpSpPr>
      <p:sp>
        <p:nvSpPr>
          <p:cNvPr id="59" name="Shape 59"/>
          <p:cNvSpPr txBox="1">
            <a:spLocks noGrp="1"/>
          </p:cNvSpPr>
          <p:nvPr>
            <p:ph type="title"/>
          </p:nvPr>
        </p:nvSpPr>
        <p:spPr>
          <a:xfrm>
            <a:off x="892969" y="1701105"/>
            <a:ext cx="7358063" cy="1741289"/>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4200"/>
              <a:buFont typeface="Helvetica Neue Light"/>
              <a:buNone/>
              <a:defRPr sz="4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0" name="Shape 6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hoto - Horizontal">
  <p:cSld name="Photo - Horizontal">
    <p:spTree>
      <p:nvGrpSpPr>
        <p:cNvPr id="1" name="Shape 61"/>
        <p:cNvGrpSpPr/>
        <p:nvPr/>
      </p:nvGrpSpPr>
      <p:grpSpPr>
        <a:xfrm>
          <a:off x="0" y="0"/>
          <a:ext cx="0" cy="0"/>
          <a:chOff x="0" y="0"/>
          <a:chExt cx="0" cy="0"/>
        </a:xfrm>
      </p:grpSpPr>
      <p:sp>
        <p:nvSpPr>
          <p:cNvPr id="62" name="Shape 62"/>
          <p:cNvSpPr>
            <a:spLocks noGrp="1"/>
          </p:cNvSpPr>
          <p:nvPr>
            <p:ph type="pic" idx="2"/>
          </p:nvPr>
        </p:nvSpPr>
        <p:spPr>
          <a:xfrm>
            <a:off x="1129605" y="334863"/>
            <a:ext cx="6875859" cy="3120926"/>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3" name="Shape 63"/>
          <p:cNvSpPr txBox="1">
            <a:spLocks noGrp="1"/>
          </p:cNvSpPr>
          <p:nvPr>
            <p:ph type="title"/>
          </p:nvPr>
        </p:nvSpPr>
        <p:spPr>
          <a:xfrm>
            <a:off x="892969" y="3542854"/>
            <a:ext cx="7358063" cy="750094"/>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4" name="Shape 64"/>
          <p:cNvSpPr txBox="1">
            <a:spLocks noGrp="1"/>
          </p:cNvSpPr>
          <p:nvPr>
            <p:ph type="body" idx="1"/>
          </p:nvPr>
        </p:nvSpPr>
        <p:spPr>
          <a:xfrm>
            <a:off x="892969" y="4319736"/>
            <a:ext cx="7358063" cy="59605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5" name="Shape 65"/>
          <p:cNvSpPr txBox="1">
            <a:spLocks noGrp="1"/>
          </p:cNvSpPr>
          <p:nvPr>
            <p:ph type="sldNum" idx="12"/>
          </p:nvPr>
        </p:nvSpPr>
        <p:spPr>
          <a:xfrm>
            <a:off x="4437983" y="4875609"/>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66"/>
        <p:cNvGrpSpPr/>
        <p:nvPr/>
      </p:nvGrpSpPr>
      <p:grpSpPr>
        <a:xfrm>
          <a:off x="0" y="0"/>
          <a:ext cx="0" cy="0"/>
          <a:chOff x="0" y="0"/>
          <a:chExt cx="0" cy="0"/>
        </a:xfrm>
      </p:grpSpPr>
      <p:sp>
        <p:nvSpPr>
          <p:cNvPr id="67" name="Shape 67"/>
          <p:cNvSpPr txBox="1">
            <a:spLocks noGrp="1"/>
          </p:cNvSpPr>
          <p:nvPr>
            <p:ph type="title"/>
          </p:nvPr>
        </p:nvSpPr>
        <p:spPr>
          <a:xfrm>
            <a:off x="892969" y="1701105"/>
            <a:ext cx="7358063" cy="1741289"/>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8" name="Shape 68"/>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69"/>
        <p:cNvGrpSpPr/>
        <p:nvPr/>
      </p:nvGrpSpPr>
      <p:grpSpPr>
        <a:xfrm>
          <a:off x="0" y="0"/>
          <a:ext cx="0" cy="0"/>
          <a:chOff x="0" y="0"/>
          <a:chExt cx="0" cy="0"/>
        </a:xfrm>
      </p:grpSpPr>
      <p:sp>
        <p:nvSpPr>
          <p:cNvPr id="70" name="Shape 70"/>
          <p:cNvSpPr>
            <a:spLocks noGrp="1"/>
          </p:cNvSpPr>
          <p:nvPr>
            <p:ph type="pic" idx="2"/>
          </p:nvPr>
        </p:nvSpPr>
        <p:spPr>
          <a:xfrm>
            <a:off x="4723805" y="334863"/>
            <a:ext cx="3750469" cy="433982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1" name="Shape 71"/>
          <p:cNvSpPr txBox="1">
            <a:spLocks noGrp="1"/>
          </p:cNvSpPr>
          <p:nvPr>
            <p:ph type="title"/>
          </p:nvPr>
        </p:nvSpPr>
        <p:spPr>
          <a:xfrm>
            <a:off x="669727" y="334863"/>
            <a:ext cx="3750469" cy="2102941"/>
          </a:xfrm>
          <a:prstGeom prst="rect">
            <a:avLst/>
          </a:prstGeom>
          <a:noFill/>
          <a:ln>
            <a:noFill/>
          </a:ln>
        </p:spPr>
        <p:txBody>
          <a:bodyPr spcFirstLastPara="1" wrap="square" lIns="58925" tIns="58925" rIns="58925" bIns="58925" anchor="b" anchorCtr="0"/>
          <a:lstStyle>
            <a:lvl1pPr marR="0" lvl="0" algn="ctr" rtl="0">
              <a:lnSpc>
                <a:spcPct val="100000"/>
              </a:lnSpc>
              <a:spcBef>
                <a:spcPts val="0"/>
              </a:spcBef>
              <a:spcAft>
                <a:spcPts val="0"/>
              </a:spcAft>
              <a:buClr>
                <a:srgbClr val="000000"/>
              </a:buClr>
              <a:buSzPts val="3900"/>
              <a:buFont typeface="Helvetica Neue Light"/>
              <a:buNone/>
              <a:defRPr sz="39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2" name="Shape 72"/>
          <p:cNvSpPr txBox="1">
            <a:spLocks noGrp="1"/>
          </p:cNvSpPr>
          <p:nvPr>
            <p:ph type="body" idx="1"/>
          </p:nvPr>
        </p:nvSpPr>
        <p:spPr>
          <a:xfrm>
            <a:off x="669727" y="2511475"/>
            <a:ext cx="3750469" cy="2163217"/>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1pPr>
            <a:lvl2pPr marL="914400" marR="0" lvl="1"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2pPr>
            <a:lvl3pPr marL="1371600" marR="0" lvl="2"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3pPr>
            <a:lvl4pPr marL="1828800" marR="0" lvl="3"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4pPr>
            <a:lvl5pPr marL="2286000" marR="0" lvl="4" indent="-228600" algn="ctr" rtl="0">
              <a:lnSpc>
                <a:spcPct val="100000"/>
              </a:lnSpc>
              <a:spcBef>
                <a:spcPts val="0"/>
              </a:spcBef>
              <a:spcAft>
                <a:spcPts val="0"/>
              </a:spcAft>
              <a:buClr>
                <a:srgbClr val="000000"/>
              </a:buClr>
              <a:buSzPts val="2100"/>
              <a:buFont typeface="Helvetica Neue Light"/>
              <a:buNone/>
              <a:defRPr sz="21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3" name="Shape 7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74"/>
        <p:cNvGrpSpPr/>
        <p:nvPr/>
      </p:nvGrpSpPr>
      <p:grpSpPr>
        <a:xfrm>
          <a:off x="0" y="0"/>
          <a:ext cx="0" cy="0"/>
          <a:chOff x="0" y="0"/>
          <a:chExt cx="0" cy="0"/>
        </a:xfrm>
      </p:grpSpPr>
      <p:sp>
        <p:nvSpPr>
          <p:cNvPr id="75" name="Shape 75"/>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6" name="Shape 76"/>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77"/>
        <p:cNvGrpSpPr/>
        <p:nvPr/>
      </p:nvGrpSpPr>
      <p:grpSpPr>
        <a:xfrm>
          <a:off x="0" y="0"/>
          <a:ext cx="0" cy="0"/>
          <a:chOff x="0" y="0"/>
          <a:chExt cx="0" cy="0"/>
        </a:xfrm>
      </p:grpSpPr>
      <p:sp>
        <p:nvSpPr>
          <p:cNvPr id="78" name="Shape 78"/>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79" name="Shape 79"/>
          <p:cNvSpPr txBox="1">
            <a:spLocks noGrp="1"/>
          </p:cNvSpPr>
          <p:nvPr>
            <p:ph type="body" idx="1"/>
          </p:nvPr>
        </p:nvSpPr>
        <p:spPr>
          <a:xfrm>
            <a:off x="669727" y="1372939"/>
            <a:ext cx="7804547" cy="3315146"/>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0" name="Shape 8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81"/>
        <p:cNvGrpSpPr/>
        <p:nvPr/>
      </p:nvGrpSpPr>
      <p:grpSpPr>
        <a:xfrm>
          <a:off x="0" y="0"/>
          <a:ext cx="0" cy="0"/>
          <a:chOff x="0" y="0"/>
          <a:chExt cx="0" cy="0"/>
        </a:xfrm>
      </p:grpSpPr>
      <p:sp>
        <p:nvSpPr>
          <p:cNvPr id="82" name="Shape 82"/>
          <p:cNvSpPr>
            <a:spLocks noGrp="1"/>
          </p:cNvSpPr>
          <p:nvPr>
            <p:ph type="pic" idx="2"/>
          </p:nvPr>
        </p:nvSpPr>
        <p:spPr>
          <a:xfrm>
            <a:off x="4723805" y="1372939"/>
            <a:ext cx="3750469" cy="3315146"/>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3" name="Shape 83"/>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4" name="Shape 84"/>
          <p:cNvSpPr txBox="1">
            <a:spLocks noGrp="1"/>
          </p:cNvSpPr>
          <p:nvPr>
            <p:ph type="body" idx="1"/>
          </p:nvPr>
        </p:nvSpPr>
        <p:spPr>
          <a:xfrm>
            <a:off x="669727" y="1372939"/>
            <a:ext cx="3750469" cy="3315146"/>
          </a:xfrm>
          <a:prstGeom prst="rect">
            <a:avLst/>
          </a:prstGeom>
          <a:noFill/>
          <a:ln>
            <a:noFill/>
          </a:ln>
        </p:spPr>
        <p:txBody>
          <a:bodyPr spcFirstLastPara="1" wrap="square" lIns="58925" tIns="58925" rIns="58925" bIns="58925" anchor="ctr" anchorCtr="0"/>
          <a:lstStyle>
            <a:lvl1pPr marL="457200" marR="0" lvl="0"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1pPr>
            <a:lvl2pPr marL="914400" marR="0" lvl="1"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2pPr>
            <a:lvl3pPr marL="1371600" marR="0" lvl="2"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3pPr>
            <a:lvl4pPr marL="1828800" marR="0" lvl="3"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4pPr>
            <a:lvl5pPr marL="2286000" marR="0" lvl="4" indent="-317500" algn="l" rtl="0">
              <a:lnSpc>
                <a:spcPct val="100000"/>
              </a:lnSpc>
              <a:spcBef>
                <a:spcPts val="2100"/>
              </a:spcBef>
              <a:spcAft>
                <a:spcPts val="0"/>
              </a:spcAft>
              <a:buClr>
                <a:srgbClr val="000000"/>
              </a:buClr>
              <a:buSzPts val="1400"/>
              <a:buFont typeface="Helvetica Neue Light"/>
              <a:buChar char="•"/>
              <a:defRPr sz="18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5" name="Shape 85"/>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86"/>
        <p:cNvGrpSpPr/>
        <p:nvPr/>
      </p:nvGrpSpPr>
      <p:grpSpPr>
        <a:xfrm>
          <a:off x="0" y="0"/>
          <a:ext cx="0" cy="0"/>
          <a:chOff x="0" y="0"/>
          <a:chExt cx="0" cy="0"/>
        </a:xfrm>
      </p:grpSpPr>
      <p:sp>
        <p:nvSpPr>
          <p:cNvPr id="87" name="Shape 87"/>
          <p:cNvSpPr txBox="1">
            <a:spLocks noGrp="1"/>
          </p:cNvSpPr>
          <p:nvPr>
            <p:ph type="body" idx="1"/>
          </p:nvPr>
        </p:nvSpPr>
        <p:spPr>
          <a:xfrm>
            <a:off x="669727" y="669727"/>
            <a:ext cx="7804547" cy="3804047"/>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88" name="Shape 88"/>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89"/>
        <p:cNvGrpSpPr/>
        <p:nvPr/>
      </p:nvGrpSpPr>
      <p:grpSpPr>
        <a:xfrm>
          <a:off x="0" y="0"/>
          <a:ext cx="0" cy="0"/>
          <a:chOff x="0" y="0"/>
          <a:chExt cx="0" cy="0"/>
        </a:xfrm>
      </p:grpSpPr>
      <p:sp>
        <p:nvSpPr>
          <p:cNvPr id="90" name="Shape 90"/>
          <p:cNvSpPr>
            <a:spLocks noGrp="1"/>
          </p:cNvSpPr>
          <p:nvPr>
            <p:ph type="pic" idx="2"/>
          </p:nvPr>
        </p:nvSpPr>
        <p:spPr>
          <a:xfrm>
            <a:off x="4723805" y="2685604"/>
            <a:ext cx="3750469" cy="198908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1" name="Shape 91"/>
          <p:cNvSpPr>
            <a:spLocks noGrp="1"/>
          </p:cNvSpPr>
          <p:nvPr>
            <p:ph type="pic" idx="3"/>
          </p:nvPr>
        </p:nvSpPr>
        <p:spPr>
          <a:xfrm>
            <a:off x="4728177" y="468809"/>
            <a:ext cx="3750469" cy="1989088"/>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2" name="Shape 92"/>
          <p:cNvSpPr>
            <a:spLocks noGrp="1"/>
          </p:cNvSpPr>
          <p:nvPr>
            <p:ph type="pic" idx="4"/>
          </p:nvPr>
        </p:nvSpPr>
        <p:spPr>
          <a:xfrm>
            <a:off x="669727" y="468809"/>
            <a:ext cx="3750469" cy="4205883"/>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3" name="Shape 9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94"/>
        <p:cNvGrpSpPr/>
        <p:nvPr/>
      </p:nvGrpSpPr>
      <p:grpSpPr>
        <a:xfrm>
          <a:off x="0" y="0"/>
          <a:ext cx="0" cy="0"/>
          <a:chOff x="0" y="0"/>
          <a:chExt cx="0" cy="0"/>
        </a:xfrm>
      </p:grpSpPr>
      <p:sp>
        <p:nvSpPr>
          <p:cNvPr id="95" name="Shape 95"/>
          <p:cNvSpPr txBox="1">
            <a:spLocks noGrp="1"/>
          </p:cNvSpPr>
          <p:nvPr>
            <p:ph type="body" idx="1"/>
          </p:nvPr>
        </p:nvSpPr>
        <p:spPr>
          <a:xfrm>
            <a:off x="892969" y="3355330"/>
            <a:ext cx="7358063" cy="247799"/>
          </a:xfrm>
          <a:prstGeom prst="rect">
            <a:avLst/>
          </a:prstGeom>
          <a:noFill/>
          <a:ln>
            <a:noFill/>
          </a:ln>
        </p:spPr>
        <p:txBody>
          <a:bodyPr spcFirstLastPara="1" wrap="square" lIns="58925" tIns="58925" rIns="58925" bIns="58925" anchor="t" anchorCtr="0"/>
          <a:lstStyle>
            <a:lvl1pPr marL="457200" marR="0" lvl="0" indent="-228600" algn="ctr" rtl="0">
              <a:lnSpc>
                <a:spcPct val="100000"/>
              </a:lnSpc>
              <a:spcBef>
                <a:spcPts val="0"/>
              </a:spcBef>
              <a:spcAft>
                <a:spcPts val="0"/>
              </a:spcAft>
              <a:buClr>
                <a:srgbClr val="000000"/>
              </a:buClr>
              <a:buSzPts val="1500"/>
              <a:buFont typeface="Helvetica Neue"/>
              <a:buNone/>
              <a:defRPr sz="1500" b="0" i="0" u="none" strike="noStrike" cap="none">
                <a:solidFill>
                  <a:srgbClr val="000000"/>
                </a:solidFill>
                <a:latin typeface="Helvetica Neue"/>
                <a:ea typeface="Helvetica Neue"/>
                <a:cs typeface="Helvetica Neue"/>
                <a:sym typeface="Helvetica Neue"/>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6" name="Shape 96"/>
          <p:cNvSpPr txBox="1">
            <a:spLocks noGrp="1"/>
          </p:cNvSpPr>
          <p:nvPr>
            <p:ph type="body" idx="2"/>
          </p:nvPr>
        </p:nvSpPr>
        <p:spPr>
          <a:xfrm>
            <a:off x="892969" y="2250281"/>
            <a:ext cx="7358063" cy="361652"/>
          </a:xfrm>
          <a:prstGeom prst="rect">
            <a:avLst/>
          </a:prstGeom>
          <a:noFill/>
          <a:ln>
            <a:noFill/>
          </a:ln>
        </p:spPr>
        <p:txBody>
          <a:bodyPr spcFirstLastPara="1" wrap="square" lIns="58925" tIns="58925" rIns="58925" bIns="58925" anchor="ctr" anchorCtr="0"/>
          <a:lstStyle>
            <a:lvl1pPr marL="457200" marR="0" lvl="0" indent="-228600" algn="ctr" rtl="0">
              <a:lnSpc>
                <a:spcPct val="100000"/>
              </a:lnSpc>
              <a:spcBef>
                <a:spcPts val="0"/>
              </a:spcBef>
              <a:spcAft>
                <a:spcPts val="0"/>
              </a:spcAft>
              <a:buClr>
                <a:srgbClr val="000000"/>
              </a:buClr>
              <a:buSzPts val="2400"/>
              <a:buFont typeface="Helvetica Neue Light"/>
              <a:buNone/>
              <a:defRPr sz="24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97" name="Shape 97"/>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98"/>
        <p:cNvGrpSpPr/>
        <p:nvPr/>
      </p:nvGrpSpPr>
      <p:grpSpPr>
        <a:xfrm>
          <a:off x="0" y="0"/>
          <a:ext cx="0" cy="0"/>
          <a:chOff x="0" y="0"/>
          <a:chExt cx="0" cy="0"/>
        </a:xfrm>
      </p:grpSpPr>
      <p:sp>
        <p:nvSpPr>
          <p:cNvPr id="99" name="Shape 99"/>
          <p:cNvSpPr>
            <a:spLocks noGrp="1"/>
          </p:cNvSpPr>
          <p:nvPr>
            <p:ph type="pic" idx="2"/>
          </p:nvPr>
        </p:nvSpPr>
        <p:spPr>
          <a:xfrm>
            <a:off x="0" y="0"/>
            <a:ext cx="9144000" cy="5143500"/>
          </a:xfrm>
          <a:prstGeom prst="rect">
            <a:avLst/>
          </a:prstGeom>
          <a:noFill/>
          <a:ln>
            <a:noFill/>
          </a:ln>
        </p:spPr>
        <p:txBody>
          <a:bodyPr spcFirstLastPara="1" wrap="square" lIns="58925" tIns="58925" rIns="58925" bIns="58925" anchor="t" anchorCtr="0"/>
          <a:lstStyle>
            <a:lvl1pPr marR="0" lvl="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R="0" lvl="1"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R="0" lvl="2"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R="0" lvl="3"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R="0" lvl="4"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R="0" lvl="5"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R="0" lvl="6"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R="0" lvl="7"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R="0" lvl="8"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0" name="Shape 100"/>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01"/>
        <p:cNvGrpSpPr/>
        <p:nvPr/>
      </p:nvGrpSpPr>
      <p:grpSpPr>
        <a:xfrm>
          <a:off x="0" y="0"/>
          <a:ext cx="0" cy="0"/>
          <a:chOff x="0" y="0"/>
          <a:chExt cx="0" cy="0"/>
        </a:xfrm>
      </p:grpSpPr>
      <p:sp>
        <p:nvSpPr>
          <p:cNvPr id="102" name="Shape 102"/>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Shape 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Shape 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
        <p:cNvGrpSpPr/>
        <p:nvPr/>
      </p:nvGrpSpPr>
      <p:grpSpPr>
        <a:xfrm>
          <a:off x="0" y="0"/>
          <a:ext cx="0" cy="0"/>
          <a:chOff x="0" y="0"/>
          <a:chExt cx="0" cy="0"/>
        </a:xfrm>
      </p:grpSpPr>
      <p:sp>
        <p:nvSpPr>
          <p:cNvPr id="51" name="Shape 51"/>
          <p:cNvSpPr txBox="1">
            <a:spLocks noGrp="1"/>
          </p:cNvSpPr>
          <p:nvPr>
            <p:ph type="title"/>
          </p:nvPr>
        </p:nvSpPr>
        <p:spPr>
          <a:xfrm>
            <a:off x="669727" y="234404"/>
            <a:ext cx="7804547" cy="1138535"/>
          </a:xfrm>
          <a:prstGeom prst="rect">
            <a:avLst/>
          </a:prstGeom>
          <a:noFill/>
          <a:ln>
            <a:noFill/>
          </a:ln>
        </p:spPr>
        <p:txBody>
          <a:bodyPr spcFirstLastPara="1" wrap="square" lIns="58925" tIns="58925" rIns="58925" bIns="58925" anchor="ctr" anchorCtr="0"/>
          <a:lstStyle>
            <a:lvl1pPr marR="0" lvl="0"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R="0" lvl="1"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R="0" lvl="2"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R="0" lvl="3"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R="0" lvl="4"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R="0" lvl="5"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R="0" lvl="6"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R="0" lvl="7"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R="0" lvl="8" algn="ctr" rtl="0">
              <a:lnSpc>
                <a:spcPct val="100000"/>
              </a:lnSpc>
              <a:spcBef>
                <a:spcPts val="0"/>
              </a:spcBef>
              <a:spcAft>
                <a:spcPts val="0"/>
              </a:spcAft>
              <a:buClr>
                <a:srgbClr val="000000"/>
              </a:buClr>
              <a:buSzPts val="52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2" name="Shape 52"/>
          <p:cNvSpPr txBox="1">
            <a:spLocks noGrp="1"/>
          </p:cNvSpPr>
          <p:nvPr>
            <p:ph type="body" idx="1"/>
          </p:nvPr>
        </p:nvSpPr>
        <p:spPr>
          <a:xfrm>
            <a:off x="669727" y="1372939"/>
            <a:ext cx="7804547" cy="3315146"/>
          </a:xfrm>
          <a:prstGeom prst="rect">
            <a:avLst/>
          </a:prstGeom>
          <a:noFill/>
          <a:ln>
            <a:noFill/>
          </a:ln>
        </p:spPr>
        <p:txBody>
          <a:bodyPr spcFirstLastPara="1" wrap="square" lIns="58925" tIns="58925" rIns="58925" bIns="58925" anchor="ctr" anchorCtr="0"/>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3" name="Shape 53"/>
          <p:cNvSpPr txBox="1">
            <a:spLocks noGrp="1"/>
          </p:cNvSpPr>
          <p:nvPr>
            <p:ph type="sldNum" idx="12"/>
          </p:nvPr>
        </p:nvSpPr>
        <p:spPr>
          <a:xfrm>
            <a:off x="4437983" y="4878958"/>
            <a:ext cx="259104" cy="200918"/>
          </a:xfrm>
          <a:prstGeom prst="rect">
            <a:avLst/>
          </a:prstGeom>
          <a:noFill/>
          <a:ln>
            <a:noFill/>
          </a:ln>
        </p:spPr>
        <p:txBody>
          <a:bodyPr spcFirstLastPara="1" wrap="square" lIns="32750" tIns="32750" rIns="32750" bIns="32750" anchor="t" anchorCtr="0">
            <a:noAutofit/>
          </a:bodyPr>
          <a:lstStyle>
            <a:lvl1pPr marL="0" marR="0" lvl="0"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SzPts val="1200"/>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7"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7.jpg"/><Relationship Id="rId5" Type="http://schemas.openxmlformats.org/officeDocument/2006/relationships/image" Target="../media/image6.jp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1.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Shape 10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p>
            <a:pPr marL="0" lvl="0" indent="0">
              <a:spcBef>
                <a:spcPts val="0"/>
              </a:spcBef>
              <a:spcAft>
                <a:spcPts val="0"/>
              </a:spcAft>
              <a:buNone/>
            </a:pPr>
            <a:r>
              <a:rPr lang="en"/>
              <a:t>Phylogenetic Introduction</a:t>
            </a:r>
            <a:endParaRPr/>
          </a:p>
        </p:txBody>
      </p:sp>
      <p:sp>
        <p:nvSpPr>
          <p:cNvPr id="108" name="Shape 10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pic>
        <p:nvPicPr>
          <p:cNvPr id="113" name="Shape 113"/>
          <p:cNvPicPr preferRelativeResize="0"/>
          <p:nvPr/>
        </p:nvPicPr>
        <p:blipFill>
          <a:blip r:embed="rId3">
            <a:alphaModFix/>
          </a:blip>
          <a:stretch>
            <a:fillRect/>
          </a:stretch>
        </p:blipFill>
        <p:spPr>
          <a:xfrm>
            <a:off x="1501775" y="152400"/>
            <a:ext cx="6140450" cy="48387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cxnSp>
        <p:nvCxnSpPr>
          <p:cNvPr id="3" name="Straight Arrow Connector 2">
            <a:extLst>
              <a:ext uri="{FF2B5EF4-FFF2-40B4-BE49-F238E27FC236}">
                <a16:creationId xmlns:a16="http://schemas.microsoft.com/office/drawing/2014/main" id="{FC7AC97D-F38D-4EF3-8344-46CE6B1CD9FF}"/>
              </a:ext>
            </a:extLst>
          </p:cNvPr>
          <p:cNvCxnSpPr/>
          <p:nvPr/>
        </p:nvCxnSpPr>
        <p:spPr>
          <a:xfrm>
            <a:off x="4403018" y="183323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D590E713-C944-4D4A-ACAF-989116FC4607}"/>
              </a:ext>
            </a:extLst>
          </p:cNvPr>
          <p:cNvCxnSpPr>
            <a:cxnSpLocks/>
          </p:cNvCxnSpPr>
          <p:nvPr/>
        </p:nvCxnSpPr>
        <p:spPr>
          <a:xfrm flipH="1">
            <a:off x="3867558" y="183323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 name="Straight Arrow Connector 10">
            <a:extLst>
              <a:ext uri="{FF2B5EF4-FFF2-40B4-BE49-F238E27FC236}">
                <a16:creationId xmlns:a16="http://schemas.microsoft.com/office/drawing/2014/main" id="{0A62AF79-9BCC-4848-BCDF-6E175FC85D62}"/>
              </a:ext>
            </a:extLst>
          </p:cNvPr>
          <p:cNvCxnSpPr>
            <a:cxnSpLocks/>
          </p:cNvCxnSpPr>
          <p:nvPr/>
        </p:nvCxnSpPr>
        <p:spPr>
          <a:xfrm flipH="1">
            <a:off x="4503930" y="2228651"/>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 name="TextBox 1">
            <a:extLst>
              <a:ext uri="{FF2B5EF4-FFF2-40B4-BE49-F238E27FC236}">
                <a16:creationId xmlns:a16="http://schemas.microsoft.com/office/drawing/2014/main" id="{CF346991-554B-4DFF-B105-50BD2E616A9D}"/>
              </a:ext>
            </a:extLst>
          </p:cNvPr>
          <p:cNvSpPr txBox="1"/>
          <p:nvPr/>
        </p:nvSpPr>
        <p:spPr>
          <a:xfrm>
            <a:off x="3557161" y="4728308"/>
            <a:ext cx="1691713" cy="307777"/>
          </a:xfrm>
          <a:prstGeom prst="rect">
            <a:avLst/>
          </a:prstGeom>
          <a:noFill/>
        </p:spPr>
        <p:txBody>
          <a:bodyPr wrap="square" rtlCol="0">
            <a:spAutoFit/>
          </a:bodyPr>
          <a:lstStyle/>
          <a:p>
            <a:pPr algn="ctr"/>
            <a:r>
              <a:rPr lang="en-US" dirty="0">
                <a:latin typeface="Helvetica Neue" panose="020B0604020202020204" charset="0"/>
              </a:rPr>
              <a:t>One Species</a:t>
            </a:r>
          </a:p>
        </p:txBody>
      </p:sp>
      <p:sp>
        <p:nvSpPr>
          <p:cNvPr id="4" name="TextBox 3">
            <a:extLst>
              <a:ext uri="{FF2B5EF4-FFF2-40B4-BE49-F238E27FC236}">
                <a16:creationId xmlns:a16="http://schemas.microsoft.com/office/drawing/2014/main" id="{5293C277-68E7-4783-BD04-67CC4F03305D}"/>
              </a:ext>
            </a:extLst>
          </p:cNvPr>
          <p:cNvSpPr txBox="1"/>
          <p:nvPr/>
        </p:nvSpPr>
        <p:spPr>
          <a:xfrm>
            <a:off x="3719171" y="4728308"/>
            <a:ext cx="1367692" cy="307777"/>
          </a:xfrm>
          <a:prstGeom prst="rect">
            <a:avLst/>
          </a:prstGeom>
          <a:noFill/>
        </p:spPr>
        <p:txBody>
          <a:bodyPr wrap="square" rtlCol="0">
            <a:spAutoFit/>
          </a:bodyPr>
          <a:lstStyle/>
          <a:p>
            <a:r>
              <a:rPr lang="en-US" dirty="0"/>
              <a:t>Two Species</a:t>
            </a:r>
          </a:p>
        </p:txBody>
      </p:sp>
      <p:cxnSp>
        <p:nvCxnSpPr>
          <p:cNvPr id="16" name="Straight Arrow Connector 15">
            <a:extLst>
              <a:ext uri="{FF2B5EF4-FFF2-40B4-BE49-F238E27FC236}">
                <a16:creationId xmlns:a16="http://schemas.microsoft.com/office/drawing/2014/main" id="{74715FA5-81D8-4265-8507-A2727D979C24}"/>
              </a:ext>
            </a:extLst>
          </p:cNvPr>
          <p:cNvCxnSpPr/>
          <p:nvPr/>
        </p:nvCxnSpPr>
        <p:spPr>
          <a:xfrm>
            <a:off x="1976341" y="183323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a:extLst>
              <a:ext uri="{FF2B5EF4-FFF2-40B4-BE49-F238E27FC236}">
                <a16:creationId xmlns:a16="http://schemas.microsoft.com/office/drawing/2014/main" id="{DCAFABB4-EA8F-48DC-8849-A13832E0EB55}"/>
              </a:ext>
            </a:extLst>
          </p:cNvPr>
          <p:cNvCxnSpPr>
            <a:cxnSpLocks/>
          </p:cNvCxnSpPr>
          <p:nvPr/>
        </p:nvCxnSpPr>
        <p:spPr>
          <a:xfrm flipH="1">
            <a:off x="1440881" y="183323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a:extLst>
              <a:ext uri="{FF2B5EF4-FFF2-40B4-BE49-F238E27FC236}">
                <a16:creationId xmlns:a16="http://schemas.microsoft.com/office/drawing/2014/main" id="{BB8A892A-740F-4EE8-9ABA-9D0112536A1B}"/>
              </a:ext>
            </a:extLst>
          </p:cNvPr>
          <p:cNvCxnSpPr>
            <a:cxnSpLocks/>
          </p:cNvCxnSpPr>
          <p:nvPr/>
        </p:nvCxnSpPr>
        <p:spPr>
          <a:xfrm flipH="1">
            <a:off x="2077253" y="2228651"/>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BE25477B-5CE9-4BDB-80D2-6BD8EE2E3F98}"/>
              </a:ext>
            </a:extLst>
          </p:cNvPr>
          <p:cNvCxnSpPr/>
          <p:nvPr/>
        </p:nvCxnSpPr>
        <p:spPr>
          <a:xfrm>
            <a:off x="6581714" y="183323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3F22BB80-E246-41B1-8D2A-24C133F016DB}"/>
              </a:ext>
            </a:extLst>
          </p:cNvPr>
          <p:cNvCxnSpPr>
            <a:cxnSpLocks/>
          </p:cNvCxnSpPr>
          <p:nvPr/>
        </p:nvCxnSpPr>
        <p:spPr>
          <a:xfrm flipH="1">
            <a:off x="6068329" y="183323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a:extLst>
              <a:ext uri="{FF2B5EF4-FFF2-40B4-BE49-F238E27FC236}">
                <a16:creationId xmlns:a16="http://schemas.microsoft.com/office/drawing/2014/main" id="{955F716B-4305-4A51-8F4F-27A6B15EBE2F}"/>
              </a:ext>
            </a:extLst>
          </p:cNvPr>
          <p:cNvCxnSpPr>
            <a:cxnSpLocks/>
          </p:cNvCxnSpPr>
          <p:nvPr/>
        </p:nvCxnSpPr>
        <p:spPr>
          <a:xfrm>
            <a:off x="6336060" y="2249246"/>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1E90D259-145C-45C4-B4F9-F9279020B49D}"/>
              </a:ext>
            </a:extLst>
          </p:cNvPr>
          <p:cNvSpPr txBox="1"/>
          <p:nvPr/>
        </p:nvSpPr>
        <p:spPr>
          <a:xfrm>
            <a:off x="3719170" y="4751130"/>
            <a:ext cx="1492739" cy="307777"/>
          </a:xfrm>
          <a:prstGeom prst="rect">
            <a:avLst/>
          </a:prstGeom>
          <a:noFill/>
        </p:spPr>
        <p:txBody>
          <a:bodyPr wrap="square" rtlCol="0">
            <a:spAutoFit/>
          </a:bodyPr>
          <a:lstStyle/>
          <a:p>
            <a:r>
              <a:rPr lang="en-US" dirty="0">
                <a:latin typeface="Helvetica Neue" panose="020B0604020202020204" charset="0"/>
              </a:rPr>
              <a:t>Three Species</a:t>
            </a:r>
          </a:p>
        </p:txBody>
      </p:sp>
      <p:sp>
        <p:nvSpPr>
          <p:cNvPr id="6" name="TextBox 5">
            <a:extLst>
              <a:ext uri="{FF2B5EF4-FFF2-40B4-BE49-F238E27FC236}">
                <a16:creationId xmlns:a16="http://schemas.microsoft.com/office/drawing/2014/main" id="{B592184F-C8C2-4F77-A40C-4C97F14A1256}"/>
              </a:ext>
            </a:extLst>
          </p:cNvPr>
          <p:cNvSpPr txBox="1"/>
          <p:nvPr/>
        </p:nvSpPr>
        <p:spPr>
          <a:xfrm>
            <a:off x="3657596" y="4751129"/>
            <a:ext cx="1490841" cy="307777"/>
          </a:xfrm>
          <a:prstGeom prst="rect">
            <a:avLst/>
          </a:prstGeom>
          <a:noFill/>
        </p:spPr>
        <p:txBody>
          <a:bodyPr wrap="square" rtlCol="0">
            <a:spAutoFit/>
          </a:bodyPr>
          <a:lstStyle/>
          <a:p>
            <a:pPr algn="ctr"/>
            <a:r>
              <a:rPr lang="en-US" dirty="0">
                <a:latin typeface="Helvetica Neue" panose="020B0604020202020204" charset="0"/>
              </a:rPr>
              <a:t>Four Species</a:t>
            </a:r>
          </a:p>
        </p:txBody>
      </p:sp>
      <p:cxnSp>
        <p:nvCxnSpPr>
          <p:cNvPr id="26" name="Straight Arrow Connector 25">
            <a:extLst>
              <a:ext uri="{FF2B5EF4-FFF2-40B4-BE49-F238E27FC236}">
                <a16:creationId xmlns:a16="http://schemas.microsoft.com/office/drawing/2014/main" id="{BE935E25-B8CC-41D4-BFDC-75CB1E81756C}"/>
              </a:ext>
            </a:extLst>
          </p:cNvPr>
          <p:cNvCxnSpPr/>
          <p:nvPr/>
        </p:nvCxnSpPr>
        <p:spPr>
          <a:xfrm>
            <a:off x="7885931" y="953917"/>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7" name="Straight Arrow Connector 26">
            <a:extLst>
              <a:ext uri="{FF2B5EF4-FFF2-40B4-BE49-F238E27FC236}">
                <a16:creationId xmlns:a16="http://schemas.microsoft.com/office/drawing/2014/main" id="{307F104A-1DB7-4095-B292-664BD8035BC2}"/>
              </a:ext>
            </a:extLst>
          </p:cNvPr>
          <p:cNvCxnSpPr>
            <a:cxnSpLocks/>
          </p:cNvCxnSpPr>
          <p:nvPr/>
        </p:nvCxnSpPr>
        <p:spPr>
          <a:xfrm flipH="1">
            <a:off x="7372546" y="953917"/>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8" name="Straight Arrow Connector 27">
            <a:extLst>
              <a:ext uri="{FF2B5EF4-FFF2-40B4-BE49-F238E27FC236}">
                <a16:creationId xmlns:a16="http://schemas.microsoft.com/office/drawing/2014/main" id="{D11B5759-B348-4D46-82E9-714D7C09F7A5}"/>
              </a:ext>
            </a:extLst>
          </p:cNvPr>
          <p:cNvCxnSpPr>
            <a:cxnSpLocks/>
          </p:cNvCxnSpPr>
          <p:nvPr/>
        </p:nvCxnSpPr>
        <p:spPr>
          <a:xfrm>
            <a:off x="7640277" y="1369928"/>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9" name="Straight Arrow Connector 28">
            <a:extLst>
              <a:ext uri="{FF2B5EF4-FFF2-40B4-BE49-F238E27FC236}">
                <a16:creationId xmlns:a16="http://schemas.microsoft.com/office/drawing/2014/main" id="{FE88000D-4625-48EC-AE43-FF58697B9F83}"/>
              </a:ext>
            </a:extLst>
          </p:cNvPr>
          <p:cNvCxnSpPr/>
          <p:nvPr/>
        </p:nvCxnSpPr>
        <p:spPr>
          <a:xfrm>
            <a:off x="5553467" y="1015596"/>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0" name="Straight Arrow Connector 29">
            <a:extLst>
              <a:ext uri="{FF2B5EF4-FFF2-40B4-BE49-F238E27FC236}">
                <a16:creationId xmlns:a16="http://schemas.microsoft.com/office/drawing/2014/main" id="{61BC5A52-88A6-4F90-B7FE-F7E9B9BE1094}"/>
              </a:ext>
            </a:extLst>
          </p:cNvPr>
          <p:cNvCxnSpPr>
            <a:cxnSpLocks/>
          </p:cNvCxnSpPr>
          <p:nvPr/>
        </p:nvCxnSpPr>
        <p:spPr>
          <a:xfrm flipH="1">
            <a:off x="5040082" y="1015596"/>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1" name="Straight Arrow Connector 30">
            <a:extLst>
              <a:ext uri="{FF2B5EF4-FFF2-40B4-BE49-F238E27FC236}">
                <a16:creationId xmlns:a16="http://schemas.microsoft.com/office/drawing/2014/main" id="{71E0D691-4E25-4A5C-AEE6-D803C9E684B4}"/>
              </a:ext>
            </a:extLst>
          </p:cNvPr>
          <p:cNvCxnSpPr>
            <a:cxnSpLocks/>
          </p:cNvCxnSpPr>
          <p:nvPr/>
        </p:nvCxnSpPr>
        <p:spPr>
          <a:xfrm>
            <a:off x="5307813" y="1431607"/>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2" name="Straight Arrow Connector 31">
            <a:extLst>
              <a:ext uri="{FF2B5EF4-FFF2-40B4-BE49-F238E27FC236}">
                <a16:creationId xmlns:a16="http://schemas.microsoft.com/office/drawing/2014/main" id="{4EE63C15-88DE-4867-9356-66F6D52823D0}"/>
              </a:ext>
            </a:extLst>
          </p:cNvPr>
          <p:cNvCxnSpPr/>
          <p:nvPr/>
        </p:nvCxnSpPr>
        <p:spPr>
          <a:xfrm>
            <a:off x="2976932" y="1015596"/>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3" name="Straight Arrow Connector 32">
            <a:extLst>
              <a:ext uri="{FF2B5EF4-FFF2-40B4-BE49-F238E27FC236}">
                <a16:creationId xmlns:a16="http://schemas.microsoft.com/office/drawing/2014/main" id="{2F2B5995-02ED-4D8A-890C-4A4E084C0B9A}"/>
              </a:ext>
            </a:extLst>
          </p:cNvPr>
          <p:cNvCxnSpPr>
            <a:cxnSpLocks/>
          </p:cNvCxnSpPr>
          <p:nvPr/>
        </p:nvCxnSpPr>
        <p:spPr>
          <a:xfrm flipH="1">
            <a:off x="2463547" y="1015596"/>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4" name="Straight Arrow Connector 33">
            <a:extLst>
              <a:ext uri="{FF2B5EF4-FFF2-40B4-BE49-F238E27FC236}">
                <a16:creationId xmlns:a16="http://schemas.microsoft.com/office/drawing/2014/main" id="{53DC2AB0-1D16-4455-AF36-01825B436791}"/>
              </a:ext>
            </a:extLst>
          </p:cNvPr>
          <p:cNvCxnSpPr>
            <a:cxnSpLocks/>
          </p:cNvCxnSpPr>
          <p:nvPr/>
        </p:nvCxnSpPr>
        <p:spPr>
          <a:xfrm>
            <a:off x="2731278" y="1431607"/>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5" name="Straight Arrow Connector 34">
            <a:extLst>
              <a:ext uri="{FF2B5EF4-FFF2-40B4-BE49-F238E27FC236}">
                <a16:creationId xmlns:a16="http://schemas.microsoft.com/office/drawing/2014/main" id="{40BF5D90-40CB-40CE-AB7F-4279B8D0924A}"/>
              </a:ext>
            </a:extLst>
          </p:cNvPr>
          <p:cNvCxnSpPr/>
          <p:nvPr/>
        </p:nvCxnSpPr>
        <p:spPr>
          <a:xfrm>
            <a:off x="813768" y="1015596"/>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6" name="Straight Arrow Connector 35">
            <a:extLst>
              <a:ext uri="{FF2B5EF4-FFF2-40B4-BE49-F238E27FC236}">
                <a16:creationId xmlns:a16="http://schemas.microsoft.com/office/drawing/2014/main" id="{3FF2F5D6-6E15-4373-A9B2-E4AB455E4BE1}"/>
              </a:ext>
            </a:extLst>
          </p:cNvPr>
          <p:cNvCxnSpPr>
            <a:cxnSpLocks/>
          </p:cNvCxnSpPr>
          <p:nvPr/>
        </p:nvCxnSpPr>
        <p:spPr>
          <a:xfrm flipH="1">
            <a:off x="300383" y="1015596"/>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7" name="Straight Arrow Connector 36">
            <a:extLst>
              <a:ext uri="{FF2B5EF4-FFF2-40B4-BE49-F238E27FC236}">
                <a16:creationId xmlns:a16="http://schemas.microsoft.com/office/drawing/2014/main" id="{0D054961-CC59-4228-9F80-2C83A8FF0DEC}"/>
              </a:ext>
            </a:extLst>
          </p:cNvPr>
          <p:cNvCxnSpPr>
            <a:cxnSpLocks/>
          </p:cNvCxnSpPr>
          <p:nvPr/>
        </p:nvCxnSpPr>
        <p:spPr>
          <a:xfrm>
            <a:off x="568114" y="1431607"/>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8" name="Straight Arrow Connector 37">
            <a:extLst>
              <a:ext uri="{FF2B5EF4-FFF2-40B4-BE49-F238E27FC236}">
                <a16:creationId xmlns:a16="http://schemas.microsoft.com/office/drawing/2014/main" id="{E23EB996-6630-4453-9BE3-10CE488738FC}"/>
              </a:ext>
            </a:extLst>
          </p:cNvPr>
          <p:cNvCxnSpPr/>
          <p:nvPr/>
        </p:nvCxnSpPr>
        <p:spPr>
          <a:xfrm>
            <a:off x="7885931" y="2712553"/>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EF739132-D5C0-4372-81E4-994D5E2D507D}"/>
              </a:ext>
            </a:extLst>
          </p:cNvPr>
          <p:cNvCxnSpPr>
            <a:cxnSpLocks/>
          </p:cNvCxnSpPr>
          <p:nvPr/>
        </p:nvCxnSpPr>
        <p:spPr>
          <a:xfrm flipH="1">
            <a:off x="7372546" y="2712553"/>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0" name="Straight Arrow Connector 39">
            <a:extLst>
              <a:ext uri="{FF2B5EF4-FFF2-40B4-BE49-F238E27FC236}">
                <a16:creationId xmlns:a16="http://schemas.microsoft.com/office/drawing/2014/main" id="{8A72B1FF-CA14-4879-96EE-C4866D616128}"/>
              </a:ext>
            </a:extLst>
          </p:cNvPr>
          <p:cNvCxnSpPr>
            <a:cxnSpLocks/>
          </p:cNvCxnSpPr>
          <p:nvPr/>
        </p:nvCxnSpPr>
        <p:spPr>
          <a:xfrm>
            <a:off x="7640277" y="3128564"/>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1" name="Straight Arrow Connector 40">
            <a:extLst>
              <a:ext uri="{FF2B5EF4-FFF2-40B4-BE49-F238E27FC236}">
                <a16:creationId xmlns:a16="http://schemas.microsoft.com/office/drawing/2014/main" id="{F203EF97-9ECF-4005-8D81-1B4FB1EAB1CF}"/>
              </a:ext>
            </a:extLst>
          </p:cNvPr>
          <p:cNvCxnSpPr/>
          <p:nvPr/>
        </p:nvCxnSpPr>
        <p:spPr>
          <a:xfrm>
            <a:off x="4454031" y="285888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2" name="Straight Arrow Connector 41">
            <a:extLst>
              <a:ext uri="{FF2B5EF4-FFF2-40B4-BE49-F238E27FC236}">
                <a16:creationId xmlns:a16="http://schemas.microsoft.com/office/drawing/2014/main" id="{6510E746-4D1E-48DF-A047-34D007862F6D}"/>
              </a:ext>
            </a:extLst>
          </p:cNvPr>
          <p:cNvCxnSpPr>
            <a:cxnSpLocks/>
          </p:cNvCxnSpPr>
          <p:nvPr/>
        </p:nvCxnSpPr>
        <p:spPr>
          <a:xfrm flipH="1">
            <a:off x="3940646" y="285888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a:extLst>
              <a:ext uri="{FF2B5EF4-FFF2-40B4-BE49-F238E27FC236}">
                <a16:creationId xmlns:a16="http://schemas.microsoft.com/office/drawing/2014/main" id="{0E3E2794-535D-424F-B1B9-C54F1366B3A9}"/>
              </a:ext>
            </a:extLst>
          </p:cNvPr>
          <p:cNvCxnSpPr>
            <a:cxnSpLocks/>
          </p:cNvCxnSpPr>
          <p:nvPr/>
        </p:nvCxnSpPr>
        <p:spPr>
          <a:xfrm>
            <a:off x="4208377" y="3274896"/>
            <a:ext cx="403655" cy="4160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4" name="Straight Arrow Connector 43">
            <a:extLst>
              <a:ext uri="{FF2B5EF4-FFF2-40B4-BE49-F238E27FC236}">
                <a16:creationId xmlns:a16="http://schemas.microsoft.com/office/drawing/2014/main" id="{D250BE6E-7EC4-40A1-8413-53967681861E}"/>
              </a:ext>
            </a:extLst>
          </p:cNvPr>
          <p:cNvCxnSpPr/>
          <p:nvPr/>
        </p:nvCxnSpPr>
        <p:spPr>
          <a:xfrm>
            <a:off x="790519" y="285888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5B78F598-58A8-4CC0-9193-86DB52083B9C}"/>
              </a:ext>
            </a:extLst>
          </p:cNvPr>
          <p:cNvCxnSpPr>
            <a:cxnSpLocks/>
          </p:cNvCxnSpPr>
          <p:nvPr/>
        </p:nvCxnSpPr>
        <p:spPr>
          <a:xfrm flipH="1">
            <a:off x="255059" y="285888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a:extLst>
              <a:ext uri="{FF2B5EF4-FFF2-40B4-BE49-F238E27FC236}">
                <a16:creationId xmlns:a16="http://schemas.microsoft.com/office/drawing/2014/main" id="{D3B36E06-9C38-4B8E-828A-35B659CB921C}"/>
              </a:ext>
            </a:extLst>
          </p:cNvPr>
          <p:cNvCxnSpPr>
            <a:cxnSpLocks/>
          </p:cNvCxnSpPr>
          <p:nvPr/>
        </p:nvCxnSpPr>
        <p:spPr>
          <a:xfrm flipH="1">
            <a:off x="891431" y="3254301"/>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Straight Arrow Connector 48">
            <a:extLst>
              <a:ext uri="{FF2B5EF4-FFF2-40B4-BE49-F238E27FC236}">
                <a16:creationId xmlns:a16="http://schemas.microsoft.com/office/drawing/2014/main" id="{97FF6E51-15F8-40E4-BC92-E9437D8F7A93}"/>
              </a:ext>
            </a:extLst>
          </p:cNvPr>
          <p:cNvCxnSpPr/>
          <p:nvPr/>
        </p:nvCxnSpPr>
        <p:spPr>
          <a:xfrm>
            <a:off x="2681632" y="2883675"/>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0" name="Straight Arrow Connector 49">
            <a:extLst>
              <a:ext uri="{FF2B5EF4-FFF2-40B4-BE49-F238E27FC236}">
                <a16:creationId xmlns:a16="http://schemas.microsoft.com/office/drawing/2014/main" id="{A46DD8D0-E06E-4CF7-8063-B591E5C777B9}"/>
              </a:ext>
            </a:extLst>
          </p:cNvPr>
          <p:cNvCxnSpPr>
            <a:cxnSpLocks/>
          </p:cNvCxnSpPr>
          <p:nvPr/>
        </p:nvCxnSpPr>
        <p:spPr>
          <a:xfrm flipH="1">
            <a:off x="2146172" y="2883675"/>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1" name="Straight Arrow Connector 50">
            <a:extLst>
              <a:ext uri="{FF2B5EF4-FFF2-40B4-BE49-F238E27FC236}">
                <a16:creationId xmlns:a16="http://schemas.microsoft.com/office/drawing/2014/main" id="{607F47EA-C3F6-42E9-9D52-CD51D99A802C}"/>
              </a:ext>
            </a:extLst>
          </p:cNvPr>
          <p:cNvCxnSpPr>
            <a:cxnSpLocks/>
          </p:cNvCxnSpPr>
          <p:nvPr/>
        </p:nvCxnSpPr>
        <p:spPr>
          <a:xfrm flipH="1">
            <a:off x="2782544" y="3279091"/>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2" name="Straight Arrow Connector 51">
            <a:extLst>
              <a:ext uri="{FF2B5EF4-FFF2-40B4-BE49-F238E27FC236}">
                <a16:creationId xmlns:a16="http://schemas.microsoft.com/office/drawing/2014/main" id="{5430A82C-3F4F-4502-9FB7-4EF612A0F143}"/>
              </a:ext>
            </a:extLst>
          </p:cNvPr>
          <p:cNvCxnSpPr/>
          <p:nvPr/>
        </p:nvCxnSpPr>
        <p:spPr>
          <a:xfrm>
            <a:off x="6344299" y="4072997"/>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a:extLst>
              <a:ext uri="{FF2B5EF4-FFF2-40B4-BE49-F238E27FC236}">
                <a16:creationId xmlns:a16="http://schemas.microsoft.com/office/drawing/2014/main" id="{5FD42FAD-61B5-4B70-8E43-1C9D67ECC204}"/>
              </a:ext>
            </a:extLst>
          </p:cNvPr>
          <p:cNvCxnSpPr>
            <a:cxnSpLocks/>
          </p:cNvCxnSpPr>
          <p:nvPr/>
        </p:nvCxnSpPr>
        <p:spPr>
          <a:xfrm flipH="1">
            <a:off x="5808839" y="4072997"/>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4" name="Straight Arrow Connector 53">
            <a:extLst>
              <a:ext uri="{FF2B5EF4-FFF2-40B4-BE49-F238E27FC236}">
                <a16:creationId xmlns:a16="http://schemas.microsoft.com/office/drawing/2014/main" id="{60C21DDD-B4F2-4548-ADD0-AD73E3B9857B}"/>
              </a:ext>
            </a:extLst>
          </p:cNvPr>
          <p:cNvCxnSpPr>
            <a:cxnSpLocks/>
          </p:cNvCxnSpPr>
          <p:nvPr/>
        </p:nvCxnSpPr>
        <p:spPr>
          <a:xfrm flipH="1">
            <a:off x="6445211" y="4468413"/>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5" name="Straight Arrow Connector 54">
            <a:extLst>
              <a:ext uri="{FF2B5EF4-FFF2-40B4-BE49-F238E27FC236}">
                <a16:creationId xmlns:a16="http://schemas.microsoft.com/office/drawing/2014/main" id="{FBCD33A9-F243-4BDB-8A48-D8DDAB8FE396}"/>
              </a:ext>
            </a:extLst>
          </p:cNvPr>
          <p:cNvCxnSpPr/>
          <p:nvPr/>
        </p:nvCxnSpPr>
        <p:spPr>
          <a:xfrm>
            <a:off x="1886208" y="4057338"/>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6" name="Straight Arrow Connector 55">
            <a:extLst>
              <a:ext uri="{FF2B5EF4-FFF2-40B4-BE49-F238E27FC236}">
                <a16:creationId xmlns:a16="http://schemas.microsoft.com/office/drawing/2014/main" id="{9E324E6E-E02D-4BF8-AC70-A07CF1FEA8AC}"/>
              </a:ext>
            </a:extLst>
          </p:cNvPr>
          <p:cNvCxnSpPr>
            <a:cxnSpLocks/>
          </p:cNvCxnSpPr>
          <p:nvPr/>
        </p:nvCxnSpPr>
        <p:spPr>
          <a:xfrm flipH="1">
            <a:off x="1350748" y="4057338"/>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a:extLst>
              <a:ext uri="{FF2B5EF4-FFF2-40B4-BE49-F238E27FC236}">
                <a16:creationId xmlns:a16="http://schemas.microsoft.com/office/drawing/2014/main" id="{3DB2D395-96CC-4413-97C7-5C8BAB38295A}"/>
              </a:ext>
            </a:extLst>
          </p:cNvPr>
          <p:cNvCxnSpPr>
            <a:cxnSpLocks/>
          </p:cNvCxnSpPr>
          <p:nvPr/>
        </p:nvCxnSpPr>
        <p:spPr>
          <a:xfrm flipH="1">
            <a:off x="1987120" y="4452754"/>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8" name="Straight Arrow Connector 57">
            <a:extLst>
              <a:ext uri="{FF2B5EF4-FFF2-40B4-BE49-F238E27FC236}">
                <a16:creationId xmlns:a16="http://schemas.microsoft.com/office/drawing/2014/main" id="{2B9DF14D-E992-414A-89EE-65B0E0E80D14}"/>
              </a:ext>
            </a:extLst>
          </p:cNvPr>
          <p:cNvCxnSpPr/>
          <p:nvPr/>
        </p:nvCxnSpPr>
        <p:spPr>
          <a:xfrm>
            <a:off x="4216616" y="183574"/>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9" name="Straight Arrow Connector 58">
            <a:extLst>
              <a:ext uri="{FF2B5EF4-FFF2-40B4-BE49-F238E27FC236}">
                <a16:creationId xmlns:a16="http://schemas.microsoft.com/office/drawing/2014/main" id="{F996378C-0F67-4D65-9FFB-A6FA603EB079}"/>
              </a:ext>
            </a:extLst>
          </p:cNvPr>
          <p:cNvCxnSpPr>
            <a:cxnSpLocks/>
          </p:cNvCxnSpPr>
          <p:nvPr/>
        </p:nvCxnSpPr>
        <p:spPr>
          <a:xfrm flipH="1">
            <a:off x="3681156" y="183574"/>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a:extLst>
              <a:ext uri="{FF2B5EF4-FFF2-40B4-BE49-F238E27FC236}">
                <a16:creationId xmlns:a16="http://schemas.microsoft.com/office/drawing/2014/main" id="{FA208B04-7BF3-4E43-9637-EE3152EBA823}"/>
              </a:ext>
            </a:extLst>
          </p:cNvPr>
          <p:cNvCxnSpPr>
            <a:cxnSpLocks/>
          </p:cNvCxnSpPr>
          <p:nvPr/>
        </p:nvCxnSpPr>
        <p:spPr>
          <a:xfrm flipH="1">
            <a:off x="4317528" y="578990"/>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1" name="Straight Arrow Connector 60">
            <a:extLst>
              <a:ext uri="{FF2B5EF4-FFF2-40B4-BE49-F238E27FC236}">
                <a16:creationId xmlns:a16="http://schemas.microsoft.com/office/drawing/2014/main" id="{C8421A23-C6A8-404F-9A8D-FACAC619EAAD}"/>
              </a:ext>
            </a:extLst>
          </p:cNvPr>
          <p:cNvCxnSpPr/>
          <p:nvPr/>
        </p:nvCxnSpPr>
        <p:spPr>
          <a:xfrm>
            <a:off x="6344299" y="2764736"/>
            <a:ext cx="790832"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2" name="Straight Arrow Connector 61">
            <a:extLst>
              <a:ext uri="{FF2B5EF4-FFF2-40B4-BE49-F238E27FC236}">
                <a16:creationId xmlns:a16="http://schemas.microsoft.com/office/drawing/2014/main" id="{9967C624-8861-4FFC-9958-E7C6F33C479F}"/>
              </a:ext>
            </a:extLst>
          </p:cNvPr>
          <p:cNvCxnSpPr>
            <a:cxnSpLocks/>
          </p:cNvCxnSpPr>
          <p:nvPr/>
        </p:nvCxnSpPr>
        <p:spPr>
          <a:xfrm flipH="1">
            <a:off x="5808839" y="2764736"/>
            <a:ext cx="535461" cy="83202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3" name="Straight Arrow Connector 62">
            <a:extLst>
              <a:ext uri="{FF2B5EF4-FFF2-40B4-BE49-F238E27FC236}">
                <a16:creationId xmlns:a16="http://schemas.microsoft.com/office/drawing/2014/main" id="{0D29E5E6-521C-49CC-82BB-8E2115BAAD73}"/>
              </a:ext>
            </a:extLst>
          </p:cNvPr>
          <p:cNvCxnSpPr>
            <a:cxnSpLocks/>
          </p:cNvCxnSpPr>
          <p:nvPr/>
        </p:nvCxnSpPr>
        <p:spPr>
          <a:xfrm flipH="1">
            <a:off x="6445211" y="3160152"/>
            <a:ext cx="267731" cy="4366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280336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animEffect transition="in" filter="fade">
                                      <p:cBhvr>
                                        <p:cTn id="14" dur="500"/>
                                        <p:tgtEl>
                                          <p:spTgt spid="8"/>
                                        </p:tgtEl>
                                      </p:cBhvr>
                                    </p:animEffect>
                                  </p:childTnLst>
                                </p:cTn>
                              </p:par>
                              <p:par>
                                <p:cTn id="15" presetID="53" presetClass="entr" presetSubtype="16"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p:cTn id="17" dur="500" fill="hold"/>
                                        <p:tgtEl>
                                          <p:spTgt spid="11"/>
                                        </p:tgtEl>
                                        <p:attrNameLst>
                                          <p:attrName>ppt_w</p:attrName>
                                        </p:attrNameLst>
                                      </p:cBhvr>
                                      <p:tavLst>
                                        <p:tav tm="0">
                                          <p:val>
                                            <p:fltVal val="0"/>
                                          </p:val>
                                        </p:tav>
                                        <p:tav tm="100000">
                                          <p:val>
                                            <p:strVal val="#ppt_w"/>
                                          </p:val>
                                        </p:tav>
                                      </p:tavLst>
                                    </p:anim>
                                    <p:anim calcmode="lin" valueType="num">
                                      <p:cBhvr>
                                        <p:cTn id="18" dur="500" fill="hold"/>
                                        <p:tgtEl>
                                          <p:spTgt spid="11"/>
                                        </p:tgtEl>
                                        <p:attrNameLst>
                                          <p:attrName>ppt_h</p:attrName>
                                        </p:attrNameLst>
                                      </p:cBhvr>
                                      <p:tavLst>
                                        <p:tav tm="0">
                                          <p:val>
                                            <p:fltVal val="0"/>
                                          </p:val>
                                        </p:tav>
                                        <p:tav tm="100000">
                                          <p:val>
                                            <p:strVal val="#ppt_h"/>
                                          </p:val>
                                        </p:tav>
                                      </p:tavLst>
                                    </p:anim>
                                    <p:animEffect transition="in" filter="fade">
                                      <p:cBhvr>
                                        <p:cTn id="19" dur="500"/>
                                        <p:tgtEl>
                                          <p:spTgt spid="11"/>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p:cTn id="22" dur="500" fill="hold"/>
                                        <p:tgtEl>
                                          <p:spTgt spid="2"/>
                                        </p:tgtEl>
                                        <p:attrNameLst>
                                          <p:attrName>ppt_w</p:attrName>
                                        </p:attrNameLst>
                                      </p:cBhvr>
                                      <p:tavLst>
                                        <p:tav tm="0">
                                          <p:val>
                                            <p:fltVal val="0"/>
                                          </p:val>
                                        </p:tav>
                                        <p:tav tm="100000">
                                          <p:val>
                                            <p:strVal val="#ppt_w"/>
                                          </p:val>
                                        </p:tav>
                                      </p:tavLst>
                                    </p:anim>
                                    <p:anim calcmode="lin" valueType="num">
                                      <p:cBhvr>
                                        <p:cTn id="23" dur="500" fill="hold"/>
                                        <p:tgtEl>
                                          <p:spTgt spid="2"/>
                                        </p:tgtEl>
                                        <p:attrNameLst>
                                          <p:attrName>ppt_h</p:attrName>
                                        </p:attrNameLst>
                                      </p:cBhvr>
                                      <p:tavLst>
                                        <p:tav tm="0">
                                          <p:val>
                                            <p:fltVal val="0"/>
                                          </p:val>
                                        </p:tav>
                                        <p:tav tm="100000">
                                          <p:val>
                                            <p:strVal val="#ppt_h"/>
                                          </p:val>
                                        </p:tav>
                                      </p:tavLst>
                                    </p:anim>
                                    <p:animEffect transition="in" filter="fade">
                                      <p:cBhvr>
                                        <p:cTn id="24" dur="500"/>
                                        <p:tgtEl>
                                          <p:spTgt spid="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1" nodeType="clickEffect">
                                  <p:stCondLst>
                                    <p:cond delay="0"/>
                                  </p:stCondLst>
                                  <p:childTnLst>
                                    <p:animEffect transition="out" filter="fade">
                                      <p:cBhvr>
                                        <p:cTn id="28" dur="200"/>
                                        <p:tgtEl>
                                          <p:spTgt spid="2"/>
                                        </p:tgtEl>
                                      </p:cBhvr>
                                    </p:animEffect>
                                    <p:set>
                                      <p:cBhvr>
                                        <p:cTn id="29" dur="1" fill="hold">
                                          <p:stCondLst>
                                            <p:cond delay="199"/>
                                          </p:stCondLst>
                                        </p:cTn>
                                        <p:tgtEl>
                                          <p:spTgt spid="2"/>
                                        </p:tgtEl>
                                        <p:attrNameLst>
                                          <p:attrName>style.visibility</p:attrName>
                                        </p:attrNameLst>
                                      </p:cBhvr>
                                      <p:to>
                                        <p:strVal val="hidden"/>
                                      </p:to>
                                    </p:set>
                                  </p:childTnLst>
                                </p:cTn>
                              </p:par>
                            </p:childTnLst>
                          </p:cTn>
                        </p:par>
                        <p:par>
                          <p:cTn id="30" fill="hold">
                            <p:stCondLst>
                              <p:cond delay="200"/>
                            </p:stCondLst>
                            <p:childTnLst>
                              <p:par>
                                <p:cTn id="31" presetID="6" presetClass="entr" presetSubtype="16" fill="hold" grpId="0" nodeType="after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circle(in)">
                                      <p:cBhvr>
                                        <p:cTn id="33" dur="2000"/>
                                        <p:tgtEl>
                                          <p:spTgt spid="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xit" presetSubtype="0" fill="hold" grpId="1" nodeType="clickEffect">
                                  <p:stCondLst>
                                    <p:cond delay="0"/>
                                  </p:stCondLst>
                                  <p:childTnLst>
                                    <p:animEffect transition="out" filter="fade">
                                      <p:cBhvr>
                                        <p:cTn id="37" dur="200"/>
                                        <p:tgtEl>
                                          <p:spTgt spid="4"/>
                                        </p:tgtEl>
                                      </p:cBhvr>
                                    </p:animEffect>
                                    <p:set>
                                      <p:cBhvr>
                                        <p:cTn id="38" dur="1" fill="hold">
                                          <p:stCondLst>
                                            <p:cond delay="199"/>
                                          </p:stCondLst>
                                        </p:cTn>
                                        <p:tgtEl>
                                          <p:spTgt spid="4"/>
                                        </p:tgtEl>
                                        <p:attrNameLst>
                                          <p:attrName>style.visibility</p:attrName>
                                        </p:attrNameLst>
                                      </p:cBhvr>
                                      <p:to>
                                        <p:strVal val="hidden"/>
                                      </p:to>
                                    </p:set>
                                  </p:childTnLst>
                                </p:cTn>
                              </p:par>
                            </p:childTnLst>
                          </p:cTn>
                        </p:par>
                        <p:par>
                          <p:cTn id="39" fill="hold">
                            <p:stCondLst>
                              <p:cond delay="200"/>
                            </p:stCondLst>
                            <p:childTnLst>
                              <p:par>
                                <p:cTn id="40" presetID="6" presetClass="entr" presetSubtype="16" fill="hold" nodeType="after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circle(in)">
                                      <p:cBhvr>
                                        <p:cTn id="42" dur="2000"/>
                                        <p:tgtEl>
                                          <p:spTgt spid="16"/>
                                        </p:tgtEl>
                                      </p:cBhvr>
                                    </p:animEffect>
                                  </p:childTnLst>
                                </p:cTn>
                              </p:par>
                              <p:par>
                                <p:cTn id="43" presetID="6" presetClass="entr" presetSubtype="16"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circle(in)">
                                      <p:cBhvr>
                                        <p:cTn id="45" dur="2000"/>
                                        <p:tgtEl>
                                          <p:spTgt spid="17"/>
                                        </p:tgtEl>
                                      </p:cBhvr>
                                    </p:animEffect>
                                  </p:childTnLst>
                                </p:cTn>
                              </p:par>
                              <p:par>
                                <p:cTn id="46" presetID="6" presetClass="entr" presetSubtype="16"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circle(in)">
                                      <p:cBhvr>
                                        <p:cTn id="48" dur="2000"/>
                                        <p:tgtEl>
                                          <p:spTgt spid="21"/>
                                        </p:tgtEl>
                                      </p:cBhvr>
                                    </p:animEffect>
                                  </p:childTnLst>
                                </p:cTn>
                              </p:par>
                              <p:par>
                                <p:cTn id="49" presetID="6" presetClass="entr" presetSubtype="16"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circle(in)">
                                      <p:cBhvr>
                                        <p:cTn id="51" dur="2000"/>
                                        <p:tgtEl>
                                          <p:spTgt spid="24"/>
                                        </p:tgtEl>
                                      </p:cBhvr>
                                    </p:animEffect>
                                  </p:childTnLst>
                                </p:cTn>
                              </p:par>
                              <p:par>
                                <p:cTn id="52" presetID="6" presetClass="entr" presetSubtype="16" fill="hold"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circle(in)">
                                      <p:cBhvr>
                                        <p:cTn id="54" dur="2000"/>
                                        <p:tgtEl>
                                          <p:spTgt spid="23"/>
                                        </p:tgtEl>
                                      </p:cBhvr>
                                    </p:animEffect>
                                  </p:childTnLst>
                                </p:cTn>
                              </p:par>
                              <p:par>
                                <p:cTn id="55" presetID="6" presetClass="entr" presetSubtype="16"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circle(in)">
                                      <p:cBhvr>
                                        <p:cTn id="57" dur="2000"/>
                                        <p:tgtEl>
                                          <p:spTgt spid="25"/>
                                        </p:tgtEl>
                                      </p:cBhvr>
                                    </p:animEffect>
                                  </p:childTnLst>
                                </p:cTn>
                              </p:par>
                            </p:childTnLst>
                          </p:cTn>
                        </p:par>
                        <p:par>
                          <p:cTn id="58" fill="hold">
                            <p:stCondLst>
                              <p:cond delay="2200"/>
                            </p:stCondLst>
                            <p:childTnLst>
                              <p:par>
                                <p:cTn id="59" presetID="6" presetClass="entr" presetSubtype="16" fill="hold" grpId="0" nodeType="afterEffect">
                                  <p:stCondLst>
                                    <p:cond delay="0"/>
                                  </p:stCondLst>
                                  <p:childTnLst>
                                    <p:set>
                                      <p:cBhvr>
                                        <p:cTn id="60" dur="1" fill="hold">
                                          <p:stCondLst>
                                            <p:cond delay="0"/>
                                          </p:stCondLst>
                                        </p:cTn>
                                        <p:tgtEl>
                                          <p:spTgt spid="5"/>
                                        </p:tgtEl>
                                        <p:attrNameLst>
                                          <p:attrName>style.visibility</p:attrName>
                                        </p:attrNameLst>
                                      </p:cBhvr>
                                      <p:to>
                                        <p:strVal val="visible"/>
                                      </p:to>
                                    </p:set>
                                    <p:animEffect transition="in" filter="circle(in)">
                                      <p:cBhvr>
                                        <p:cTn id="61" dur="2000"/>
                                        <p:tgtEl>
                                          <p:spTgt spid="5"/>
                                        </p:tgtEl>
                                      </p:cBhvr>
                                    </p:animEffect>
                                  </p:childTnLst>
                                </p:cTn>
                              </p:par>
                            </p:childTnLst>
                          </p:cTn>
                        </p:par>
                      </p:childTnLst>
                    </p:cTn>
                  </p:par>
                  <p:par>
                    <p:cTn id="62" fill="hold">
                      <p:stCondLst>
                        <p:cond delay="indefinite"/>
                      </p:stCondLst>
                      <p:childTnLst>
                        <p:par>
                          <p:cTn id="63" fill="hold">
                            <p:stCondLst>
                              <p:cond delay="0"/>
                            </p:stCondLst>
                            <p:childTnLst>
                              <p:par>
                                <p:cTn id="64" presetID="6" presetClass="exit" presetSubtype="32" fill="hold" grpId="1" nodeType="clickEffect">
                                  <p:stCondLst>
                                    <p:cond delay="0"/>
                                  </p:stCondLst>
                                  <p:childTnLst>
                                    <p:animEffect transition="out" filter="circle(out)">
                                      <p:cBhvr>
                                        <p:cTn id="65" dur="2000"/>
                                        <p:tgtEl>
                                          <p:spTgt spid="5"/>
                                        </p:tgtEl>
                                      </p:cBhvr>
                                    </p:animEffect>
                                    <p:set>
                                      <p:cBhvr>
                                        <p:cTn id="66" dur="1" fill="hold">
                                          <p:stCondLst>
                                            <p:cond delay="1999"/>
                                          </p:stCondLst>
                                        </p:cTn>
                                        <p:tgtEl>
                                          <p:spTgt spid="5"/>
                                        </p:tgtEl>
                                        <p:attrNameLst>
                                          <p:attrName>style.visibility</p:attrName>
                                        </p:attrNameLst>
                                      </p:cBhvr>
                                      <p:to>
                                        <p:strVal val="hidden"/>
                                      </p:to>
                                    </p:set>
                                  </p:childTnLst>
                                </p:cTn>
                              </p:par>
                              <p:par>
                                <p:cTn id="67" presetID="2" presetClass="entr" presetSubtype="4"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anim calcmode="lin" valueType="num">
                                      <p:cBhvr additive="base">
                                        <p:cTn id="69" dur="500" fill="hold"/>
                                        <p:tgtEl>
                                          <p:spTgt spid="26"/>
                                        </p:tgtEl>
                                        <p:attrNameLst>
                                          <p:attrName>ppt_x</p:attrName>
                                        </p:attrNameLst>
                                      </p:cBhvr>
                                      <p:tavLst>
                                        <p:tav tm="0">
                                          <p:val>
                                            <p:strVal val="#ppt_x"/>
                                          </p:val>
                                        </p:tav>
                                        <p:tav tm="100000">
                                          <p:val>
                                            <p:strVal val="#ppt_x"/>
                                          </p:val>
                                        </p:tav>
                                      </p:tavLst>
                                    </p:anim>
                                    <p:anim calcmode="lin" valueType="num">
                                      <p:cBhvr additive="base">
                                        <p:cTn id="70" dur="500" fill="hold"/>
                                        <p:tgtEl>
                                          <p:spTgt spid="26"/>
                                        </p:tgtEl>
                                        <p:attrNameLst>
                                          <p:attrName>ppt_y</p:attrName>
                                        </p:attrNameLst>
                                      </p:cBhvr>
                                      <p:tavLst>
                                        <p:tav tm="0">
                                          <p:val>
                                            <p:strVal val="1+#ppt_h/2"/>
                                          </p:val>
                                        </p:tav>
                                        <p:tav tm="100000">
                                          <p:val>
                                            <p:strVal val="#ppt_y"/>
                                          </p:val>
                                        </p:tav>
                                      </p:tavLst>
                                    </p:anim>
                                  </p:childTnLst>
                                </p:cTn>
                              </p:par>
                              <p:par>
                                <p:cTn id="71" presetID="2" presetClass="entr" presetSubtype="4" fill="hold" nodeType="with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ppt_x"/>
                                          </p:val>
                                        </p:tav>
                                        <p:tav tm="100000">
                                          <p:val>
                                            <p:strVal val="#ppt_x"/>
                                          </p:val>
                                        </p:tav>
                                      </p:tavLst>
                                    </p:anim>
                                    <p:anim calcmode="lin" valueType="num">
                                      <p:cBhvr additive="base">
                                        <p:cTn id="74" dur="500" fill="hold"/>
                                        <p:tgtEl>
                                          <p:spTgt spid="27"/>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28"/>
                                        </p:tgtEl>
                                        <p:attrNameLst>
                                          <p:attrName>style.visibility</p:attrName>
                                        </p:attrNameLst>
                                      </p:cBhvr>
                                      <p:to>
                                        <p:strVal val="visible"/>
                                      </p:to>
                                    </p:set>
                                    <p:anim calcmode="lin" valueType="num">
                                      <p:cBhvr additive="base">
                                        <p:cTn id="77" dur="500" fill="hold"/>
                                        <p:tgtEl>
                                          <p:spTgt spid="28"/>
                                        </p:tgtEl>
                                        <p:attrNameLst>
                                          <p:attrName>ppt_x</p:attrName>
                                        </p:attrNameLst>
                                      </p:cBhvr>
                                      <p:tavLst>
                                        <p:tav tm="0">
                                          <p:val>
                                            <p:strVal val="#ppt_x"/>
                                          </p:val>
                                        </p:tav>
                                        <p:tav tm="100000">
                                          <p:val>
                                            <p:strVal val="#ppt_x"/>
                                          </p:val>
                                        </p:tav>
                                      </p:tavLst>
                                    </p:anim>
                                    <p:anim calcmode="lin" valueType="num">
                                      <p:cBhvr additive="base">
                                        <p:cTn id="78" dur="500" fill="hold"/>
                                        <p:tgtEl>
                                          <p:spTgt spid="28"/>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29"/>
                                        </p:tgtEl>
                                        <p:attrNameLst>
                                          <p:attrName>style.visibility</p:attrName>
                                        </p:attrNameLst>
                                      </p:cBhvr>
                                      <p:to>
                                        <p:strVal val="visible"/>
                                      </p:to>
                                    </p:set>
                                    <p:anim calcmode="lin" valueType="num">
                                      <p:cBhvr additive="base">
                                        <p:cTn id="81" dur="500" fill="hold"/>
                                        <p:tgtEl>
                                          <p:spTgt spid="29"/>
                                        </p:tgtEl>
                                        <p:attrNameLst>
                                          <p:attrName>ppt_x</p:attrName>
                                        </p:attrNameLst>
                                      </p:cBhvr>
                                      <p:tavLst>
                                        <p:tav tm="0">
                                          <p:val>
                                            <p:strVal val="#ppt_x"/>
                                          </p:val>
                                        </p:tav>
                                        <p:tav tm="100000">
                                          <p:val>
                                            <p:strVal val="#ppt_x"/>
                                          </p:val>
                                        </p:tav>
                                      </p:tavLst>
                                    </p:anim>
                                    <p:anim calcmode="lin" valueType="num">
                                      <p:cBhvr additive="base">
                                        <p:cTn id="82" dur="500" fill="hold"/>
                                        <p:tgtEl>
                                          <p:spTgt spid="29"/>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30"/>
                                        </p:tgtEl>
                                        <p:attrNameLst>
                                          <p:attrName>style.visibility</p:attrName>
                                        </p:attrNameLst>
                                      </p:cBhvr>
                                      <p:to>
                                        <p:strVal val="visible"/>
                                      </p:to>
                                    </p:set>
                                    <p:anim calcmode="lin" valueType="num">
                                      <p:cBhvr additive="base">
                                        <p:cTn id="85" dur="500" fill="hold"/>
                                        <p:tgtEl>
                                          <p:spTgt spid="30"/>
                                        </p:tgtEl>
                                        <p:attrNameLst>
                                          <p:attrName>ppt_x</p:attrName>
                                        </p:attrNameLst>
                                      </p:cBhvr>
                                      <p:tavLst>
                                        <p:tav tm="0">
                                          <p:val>
                                            <p:strVal val="#ppt_x"/>
                                          </p:val>
                                        </p:tav>
                                        <p:tav tm="100000">
                                          <p:val>
                                            <p:strVal val="#ppt_x"/>
                                          </p:val>
                                        </p:tav>
                                      </p:tavLst>
                                    </p:anim>
                                    <p:anim calcmode="lin" valueType="num">
                                      <p:cBhvr additive="base">
                                        <p:cTn id="86" dur="500" fill="hold"/>
                                        <p:tgtEl>
                                          <p:spTgt spid="30"/>
                                        </p:tgtEl>
                                        <p:attrNameLst>
                                          <p:attrName>ppt_y</p:attrName>
                                        </p:attrNameLst>
                                      </p:cBhvr>
                                      <p:tavLst>
                                        <p:tav tm="0">
                                          <p:val>
                                            <p:strVal val="1+#ppt_h/2"/>
                                          </p:val>
                                        </p:tav>
                                        <p:tav tm="100000">
                                          <p:val>
                                            <p:strVal val="#ppt_y"/>
                                          </p:val>
                                        </p:tav>
                                      </p:tavLst>
                                    </p:anim>
                                  </p:childTnLst>
                                </p:cTn>
                              </p:par>
                              <p:par>
                                <p:cTn id="87" presetID="2" presetClass="entr" presetSubtype="4" fill="hold" nodeType="withEffect">
                                  <p:stCondLst>
                                    <p:cond delay="0"/>
                                  </p:stCondLst>
                                  <p:childTnLst>
                                    <p:set>
                                      <p:cBhvr>
                                        <p:cTn id="88" dur="1" fill="hold">
                                          <p:stCondLst>
                                            <p:cond delay="0"/>
                                          </p:stCondLst>
                                        </p:cTn>
                                        <p:tgtEl>
                                          <p:spTgt spid="31"/>
                                        </p:tgtEl>
                                        <p:attrNameLst>
                                          <p:attrName>style.visibility</p:attrName>
                                        </p:attrNameLst>
                                      </p:cBhvr>
                                      <p:to>
                                        <p:strVal val="visible"/>
                                      </p:to>
                                    </p:set>
                                    <p:anim calcmode="lin" valueType="num">
                                      <p:cBhvr additive="base">
                                        <p:cTn id="89" dur="500" fill="hold"/>
                                        <p:tgtEl>
                                          <p:spTgt spid="31"/>
                                        </p:tgtEl>
                                        <p:attrNameLst>
                                          <p:attrName>ppt_x</p:attrName>
                                        </p:attrNameLst>
                                      </p:cBhvr>
                                      <p:tavLst>
                                        <p:tav tm="0">
                                          <p:val>
                                            <p:strVal val="#ppt_x"/>
                                          </p:val>
                                        </p:tav>
                                        <p:tav tm="100000">
                                          <p:val>
                                            <p:strVal val="#ppt_x"/>
                                          </p:val>
                                        </p:tav>
                                      </p:tavLst>
                                    </p:anim>
                                    <p:anim calcmode="lin" valueType="num">
                                      <p:cBhvr additive="base">
                                        <p:cTn id="90" dur="500" fill="hold"/>
                                        <p:tgtEl>
                                          <p:spTgt spid="31"/>
                                        </p:tgtEl>
                                        <p:attrNameLst>
                                          <p:attrName>ppt_y</p:attrName>
                                        </p:attrNameLst>
                                      </p:cBhvr>
                                      <p:tavLst>
                                        <p:tav tm="0">
                                          <p:val>
                                            <p:strVal val="1+#ppt_h/2"/>
                                          </p:val>
                                        </p:tav>
                                        <p:tav tm="100000">
                                          <p:val>
                                            <p:strVal val="#ppt_y"/>
                                          </p:val>
                                        </p:tav>
                                      </p:tavLst>
                                    </p:anim>
                                  </p:childTnLst>
                                </p:cTn>
                              </p:par>
                              <p:par>
                                <p:cTn id="91" presetID="2" presetClass="entr" presetSubtype="4" fill="hold" nodeType="withEffect">
                                  <p:stCondLst>
                                    <p:cond delay="0"/>
                                  </p:stCondLst>
                                  <p:childTnLst>
                                    <p:set>
                                      <p:cBhvr>
                                        <p:cTn id="92" dur="1" fill="hold">
                                          <p:stCondLst>
                                            <p:cond delay="0"/>
                                          </p:stCondLst>
                                        </p:cTn>
                                        <p:tgtEl>
                                          <p:spTgt spid="32"/>
                                        </p:tgtEl>
                                        <p:attrNameLst>
                                          <p:attrName>style.visibility</p:attrName>
                                        </p:attrNameLst>
                                      </p:cBhvr>
                                      <p:to>
                                        <p:strVal val="visible"/>
                                      </p:to>
                                    </p:set>
                                    <p:anim calcmode="lin" valueType="num">
                                      <p:cBhvr additive="base">
                                        <p:cTn id="93" dur="500" fill="hold"/>
                                        <p:tgtEl>
                                          <p:spTgt spid="32"/>
                                        </p:tgtEl>
                                        <p:attrNameLst>
                                          <p:attrName>ppt_x</p:attrName>
                                        </p:attrNameLst>
                                      </p:cBhvr>
                                      <p:tavLst>
                                        <p:tav tm="0">
                                          <p:val>
                                            <p:strVal val="#ppt_x"/>
                                          </p:val>
                                        </p:tav>
                                        <p:tav tm="100000">
                                          <p:val>
                                            <p:strVal val="#ppt_x"/>
                                          </p:val>
                                        </p:tav>
                                      </p:tavLst>
                                    </p:anim>
                                    <p:anim calcmode="lin" valueType="num">
                                      <p:cBhvr additive="base">
                                        <p:cTn id="94" dur="500" fill="hold"/>
                                        <p:tgtEl>
                                          <p:spTgt spid="32"/>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33"/>
                                        </p:tgtEl>
                                        <p:attrNameLst>
                                          <p:attrName>style.visibility</p:attrName>
                                        </p:attrNameLst>
                                      </p:cBhvr>
                                      <p:to>
                                        <p:strVal val="visible"/>
                                      </p:to>
                                    </p:set>
                                    <p:anim calcmode="lin" valueType="num">
                                      <p:cBhvr additive="base">
                                        <p:cTn id="97" dur="500" fill="hold"/>
                                        <p:tgtEl>
                                          <p:spTgt spid="33"/>
                                        </p:tgtEl>
                                        <p:attrNameLst>
                                          <p:attrName>ppt_x</p:attrName>
                                        </p:attrNameLst>
                                      </p:cBhvr>
                                      <p:tavLst>
                                        <p:tav tm="0">
                                          <p:val>
                                            <p:strVal val="#ppt_x"/>
                                          </p:val>
                                        </p:tav>
                                        <p:tav tm="100000">
                                          <p:val>
                                            <p:strVal val="#ppt_x"/>
                                          </p:val>
                                        </p:tav>
                                      </p:tavLst>
                                    </p:anim>
                                    <p:anim calcmode="lin" valueType="num">
                                      <p:cBhvr additive="base">
                                        <p:cTn id="98" dur="500" fill="hold"/>
                                        <p:tgtEl>
                                          <p:spTgt spid="33"/>
                                        </p:tgtEl>
                                        <p:attrNameLst>
                                          <p:attrName>ppt_y</p:attrName>
                                        </p:attrNameLst>
                                      </p:cBhvr>
                                      <p:tavLst>
                                        <p:tav tm="0">
                                          <p:val>
                                            <p:strVal val="1+#ppt_h/2"/>
                                          </p:val>
                                        </p:tav>
                                        <p:tav tm="100000">
                                          <p:val>
                                            <p:strVal val="#ppt_y"/>
                                          </p:val>
                                        </p:tav>
                                      </p:tavLst>
                                    </p:anim>
                                  </p:childTnLst>
                                </p:cTn>
                              </p:par>
                              <p:par>
                                <p:cTn id="99" presetID="2" presetClass="entr" presetSubtype="4" fill="hold" nodeType="withEffect">
                                  <p:stCondLst>
                                    <p:cond delay="0"/>
                                  </p:stCondLst>
                                  <p:childTnLst>
                                    <p:set>
                                      <p:cBhvr>
                                        <p:cTn id="100" dur="1" fill="hold">
                                          <p:stCondLst>
                                            <p:cond delay="0"/>
                                          </p:stCondLst>
                                        </p:cTn>
                                        <p:tgtEl>
                                          <p:spTgt spid="34"/>
                                        </p:tgtEl>
                                        <p:attrNameLst>
                                          <p:attrName>style.visibility</p:attrName>
                                        </p:attrNameLst>
                                      </p:cBhvr>
                                      <p:to>
                                        <p:strVal val="visible"/>
                                      </p:to>
                                    </p:set>
                                    <p:anim calcmode="lin" valueType="num">
                                      <p:cBhvr additive="base">
                                        <p:cTn id="101" dur="500" fill="hold"/>
                                        <p:tgtEl>
                                          <p:spTgt spid="34"/>
                                        </p:tgtEl>
                                        <p:attrNameLst>
                                          <p:attrName>ppt_x</p:attrName>
                                        </p:attrNameLst>
                                      </p:cBhvr>
                                      <p:tavLst>
                                        <p:tav tm="0">
                                          <p:val>
                                            <p:strVal val="#ppt_x"/>
                                          </p:val>
                                        </p:tav>
                                        <p:tav tm="100000">
                                          <p:val>
                                            <p:strVal val="#ppt_x"/>
                                          </p:val>
                                        </p:tav>
                                      </p:tavLst>
                                    </p:anim>
                                    <p:anim calcmode="lin" valueType="num">
                                      <p:cBhvr additive="base">
                                        <p:cTn id="102" dur="500" fill="hold"/>
                                        <p:tgtEl>
                                          <p:spTgt spid="34"/>
                                        </p:tgtEl>
                                        <p:attrNameLst>
                                          <p:attrName>ppt_y</p:attrName>
                                        </p:attrNameLst>
                                      </p:cBhvr>
                                      <p:tavLst>
                                        <p:tav tm="0">
                                          <p:val>
                                            <p:strVal val="1+#ppt_h/2"/>
                                          </p:val>
                                        </p:tav>
                                        <p:tav tm="100000">
                                          <p:val>
                                            <p:strVal val="#ppt_y"/>
                                          </p:val>
                                        </p:tav>
                                      </p:tavLst>
                                    </p:anim>
                                  </p:childTnLst>
                                </p:cTn>
                              </p:par>
                              <p:par>
                                <p:cTn id="103" presetID="2" presetClass="entr" presetSubtype="4" fill="hold" nodeType="withEffect">
                                  <p:stCondLst>
                                    <p:cond delay="0"/>
                                  </p:stCondLst>
                                  <p:childTnLst>
                                    <p:set>
                                      <p:cBhvr>
                                        <p:cTn id="104" dur="1" fill="hold">
                                          <p:stCondLst>
                                            <p:cond delay="0"/>
                                          </p:stCondLst>
                                        </p:cTn>
                                        <p:tgtEl>
                                          <p:spTgt spid="35"/>
                                        </p:tgtEl>
                                        <p:attrNameLst>
                                          <p:attrName>style.visibility</p:attrName>
                                        </p:attrNameLst>
                                      </p:cBhvr>
                                      <p:to>
                                        <p:strVal val="visible"/>
                                      </p:to>
                                    </p:set>
                                    <p:anim calcmode="lin" valueType="num">
                                      <p:cBhvr additive="base">
                                        <p:cTn id="105" dur="500" fill="hold"/>
                                        <p:tgtEl>
                                          <p:spTgt spid="35"/>
                                        </p:tgtEl>
                                        <p:attrNameLst>
                                          <p:attrName>ppt_x</p:attrName>
                                        </p:attrNameLst>
                                      </p:cBhvr>
                                      <p:tavLst>
                                        <p:tav tm="0">
                                          <p:val>
                                            <p:strVal val="#ppt_x"/>
                                          </p:val>
                                        </p:tav>
                                        <p:tav tm="100000">
                                          <p:val>
                                            <p:strVal val="#ppt_x"/>
                                          </p:val>
                                        </p:tav>
                                      </p:tavLst>
                                    </p:anim>
                                    <p:anim calcmode="lin" valueType="num">
                                      <p:cBhvr additive="base">
                                        <p:cTn id="106" dur="500" fill="hold"/>
                                        <p:tgtEl>
                                          <p:spTgt spid="35"/>
                                        </p:tgtEl>
                                        <p:attrNameLst>
                                          <p:attrName>ppt_y</p:attrName>
                                        </p:attrNameLst>
                                      </p:cBhvr>
                                      <p:tavLst>
                                        <p:tav tm="0">
                                          <p:val>
                                            <p:strVal val="1+#ppt_h/2"/>
                                          </p:val>
                                        </p:tav>
                                        <p:tav tm="100000">
                                          <p:val>
                                            <p:strVal val="#ppt_y"/>
                                          </p:val>
                                        </p:tav>
                                      </p:tavLst>
                                    </p:anim>
                                  </p:childTnLst>
                                </p:cTn>
                              </p:par>
                              <p:par>
                                <p:cTn id="107" presetID="2" presetClass="entr" presetSubtype="4" fill="hold" nodeType="withEffect">
                                  <p:stCondLst>
                                    <p:cond delay="0"/>
                                  </p:stCondLst>
                                  <p:childTnLst>
                                    <p:set>
                                      <p:cBhvr>
                                        <p:cTn id="108" dur="1" fill="hold">
                                          <p:stCondLst>
                                            <p:cond delay="0"/>
                                          </p:stCondLst>
                                        </p:cTn>
                                        <p:tgtEl>
                                          <p:spTgt spid="36"/>
                                        </p:tgtEl>
                                        <p:attrNameLst>
                                          <p:attrName>style.visibility</p:attrName>
                                        </p:attrNameLst>
                                      </p:cBhvr>
                                      <p:to>
                                        <p:strVal val="visible"/>
                                      </p:to>
                                    </p:set>
                                    <p:anim calcmode="lin" valueType="num">
                                      <p:cBhvr additive="base">
                                        <p:cTn id="109" dur="500" fill="hold"/>
                                        <p:tgtEl>
                                          <p:spTgt spid="36"/>
                                        </p:tgtEl>
                                        <p:attrNameLst>
                                          <p:attrName>ppt_x</p:attrName>
                                        </p:attrNameLst>
                                      </p:cBhvr>
                                      <p:tavLst>
                                        <p:tav tm="0">
                                          <p:val>
                                            <p:strVal val="#ppt_x"/>
                                          </p:val>
                                        </p:tav>
                                        <p:tav tm="100000">
                                          <p:val>
                                            <p:strVal val="#ppt_x"/>
                                          </p:val>
                                        </p:tav>
                                      </p:tavLst>
                                    </p:anim>
                                    <p:anim calcmode="lin" valueType="num">
                                      <p:cBhvr additive="base">
                                        <p:cTn id="110" dur="500" fill="hold"/>
                                        <p:tgtEl>
                                          <p:spTgt spid="36"/>
                                        </p:tgtEl>
                                        <p:attrNameLst>
                                          <p:attrName>ppt_y</p:attrName>
                                        </p:attrNameLst>
                                      </p:cBhvr>
                                      <p:tavLst>
                                        <p:tav tm="0">
                                          <p:val>
                                            <p:strVal val="1+#ppt_h/2"/>
                                          </p:val>
                                        </p:tav>
                                        <p:tav tm="100000">
                                          <p:val>
                                            <p:strVal val="#ppt_y"/>
                                          </p:val>
                                        </p:tav>
                                      </p:tavLst>
                                    </p:anim>
                                  </p:childTnLst>
                                </p:cTn>
                              </p:par>
                              <p:par>
                                <p:cTn id="111" presetID="2" presetClass="entr" presetSubtype="4" fill="hold" nodeType="withEffect">
                                  <p:stCondLst>
                                    <p:cond delay="0"/>
                                  </p:stCondLst>
                                  <p:childTnLst>
                                    <p:set>
                                      <p:cBhvr>
                                        <p:cTn id="112" dur="1" fill="hold">
                                          <p:stCondLst>
                                            <p:cond delay="0"/>
                                          </p:stCondLst>
                                        </p:cTn>
                                        <p:tgtEl>
                                          <p:spTgt spid="37"/>
                                        </p:tgtEl>
                                        <p:attrNameLst>
                                          <p:attrName>style.visibility</p:attrName>
                                        </p:attrNameLst>
                                      </p:cBhvr>
                                      <p:to>
                                        <p:strVal val="visible"/>
                                      </p:to>
                                    </p:set>
                                    <p:anim calcmode="lin" valueType="num">
                                      <p:cBhvr additive="base">
                                        <p:cTn id="113" dur="500" fill="hold"/>
                                        <p:tgtEl>
                                          <p:spTgt spid="37"/>
                                        </p:tgtEl>
                                        <p:attrNameLst>
                                          <p:attrName>ppt_x</p:attrName>
                                        </p:attrNameLst>
                                      </p:cBhvr>
                                      <p:tavLst>
                                        <p:tav tm="0">
                                          <p:val>
                                            <p:strVal val="#ppt_x"/>
                                          </p:val>
                                        </p:tav>
                                        <p:tav tm="100000">
                                          <p:val>
                                            <p:strVal val="#ppt_x"/>
                                          </p:val>
                                        </p:tav>
                                      </p:tavLst>
                                    </p:anim>
                                    <p:anim calcmode="lin" valueType="num">
                                      <p:cBhvr additive="base">
                                        <p:cTn id="114" dur="500" fill="hold"/>
                                        <p:tgtEl>
                                          <p:spTgt spid="37"/>
                                        </p:tgtEl>
                                        <p:attrNameLst>
                                          <p:attrName>ppt_y</p:attrName>
                                        </p:attrNameLst>
                                      </p:cBhvr>
                                      <p:tavLst>
                                        <p:tav tm="0">
                                          <p:val>
                                            <p:strVal val="1+#ppt_h/2"/>
                                          </p:val>
                                        </p:tav>
                                        <p:tav tm="100000">
                                          <p:val>
                                            <p:strVal val="#ppt_y"/>
                                          </p:val>
                                        </p:tav>
                                      </p:tavLst>
                                    </p:anim>
                                  </p:childTnLst>
                                </p:cTn>
                              </p:par>
                              <p:par>
                                <p:cTn id="115" presetID="2" presetClass="entr" presetSubtype="4" fill="hold" nodeType="withEffect">
                                  <p:stCondLst>
                                    <p:cond delay="0"/>
                                  </p:stCondLst>
                                  <p:childTnLst>
                                    <p:set>
                                      <p:cBhvr>
                                        <p:cTn id="116" dur="1" fill="hold">
                                          <p:stCondLst>
                                            <p:cond delay="0"/>
                                          </p:stCondLst>
                                        </p:cTn>
                                        <p:tgtEl>
                                          <p:spTgt spid="58"/>
                                        </p:tgtEl>
                                        <p:attrNameLst>
                                          <p:attrName>style.visibility</p:attrName>
                                        </p:attrNameLst>
                                      </p:cBhvr>
                                      <p:to>
                                        <p:strVal val="visible"/>
                                      </p:to>
                                    </p:set>
                                    <p:anim calcmode="lin" valueType="num">
                                      <p:cBhvr additive="base">
                                        <p:cTn id="117" dur="500" fill="hold"/>
                                        <p:tgtEl>
                                          <p:spTgt spid="58"/>
                                        </p:tgtEl>
                                        <p:attrNameLst>
                                          <p:attrName>ppt_x</p:attrName>
                                        </p:attrNameLst>
                                      </p:cBhvr>
                                      <p:tavLst>
                                        <p:tav tm="0">
                                          <p:val>
                                            <p:strVal val="#ppt_x"/>
                                          </p:val>
                                        </p:tav>
                                        <p:tav tm="100000">
                                          <p:val>
                                            <p:strVal val="#ppt_x"/>
                                          </p:val>
                                        </p:tav>
                                      </p:tavLst>
                                    </p:anim>
                                    <p:anim calcmode="lin" valueType="num">
                                      <p:cBhvr additive="base">
                                        <p:cTn id="118" dur="500" fill="hold"/>
                                        <p:tgtEl>
                                          <p:spTgt spid="58"/>
                                        </p:tgtEl>
                                        <p:attrNameLst>
                                          <p:attrName>ppt_y</p:attrName>
                                        </p:attrNameLst>
                                      </p:cBhvr>
                                      <p:tavLst>
                                        <p:tav tm="0">
                                          <p:val>
                                            <p:strVal val="1+#ppt_h/2"/>
                                          </p:val>
                                        </p:tav>
                                        <p:tav tm="100000">
                                          <p:val>
                                            <p:strVal val="#ppt_y"/>
                                          </p:val>
                                        </p:tav>
                                      </p:tavLst>
                                    </p:anim>
                                  </p:childTnLst>
                                </p:cTn>
                              </p:par>
                              <p:par>
                                <p:cTn id="119" presetID="2" presetClass="entr" presetSubtype="4" fill="hold" nodeType="withEffect">
                                  <p:stCondLst>
                                    <p:cond delay="0"/>
                                  </p:stCondLst>
                                  <p:childTnLst>
                                    <p:set>
                                      <p:cBhvr>
                                        <p:cTn id="120" dur="1" fill="hold">
                                          <p:stCondLst>
                                            <p:cond delay="0"/>
                                          </p:stCondLst>
                                        </p:cTn>
                                        <p:tgtEl>
                                          <p:spTgt spid="59"/>
                                        </p:tgtEl>
                                        <p:attrNameLst>
                                          <p:attrName>style.visibility</p:attrName>
                                        </p:attrNameLst>
                                      </p:cBhvr>
                                      <p:to>
                                        <p:strVal val="visible"/>
                                      </p:to>
                                    </p:set>
                                    <p:anim calcmode="lin" valueType="num">
                                      <p:cBhvr additive="base">
                                        <p:cTn id="121" dur="500" fill="hold"/>
                                        <p:tgtEl>
                                          <p:spTgt spid="59"/>
                                        </p:tgtEl>
                                        <p:attrNameLst>
                                          <p:attrName>ppt_x</p:attrName>
                                        </p:attrNameLst>
                                      </p:cBhvr>
                                      <p:tavLst>
                                        <p:tav tm="0">
                                          <p:val>
                                            <p:strVal val="#ppt_x"/>
                                          </p:val>
                                        </p:tav>
                                        <p:tav tm="100000">
                                          <p:val>
                                            <p:strVal val="#ppt_x"/>
                                          </p:val>
                                        </p:tav>
                                      </p:tavLst>
                                    </p:anim>
                                    <p:anim calcmode="lin" valueType="num">
                                      <p:cBhvr additive="base">
                                        <p:cTn id="122" dur="500" fill="hold"/>
                                        <p:tgtEl>
                                          <p:spTgt spid="59"/>
                                        </p:tgtEl>
                                        <p:attrNameLst>
                                          <p:attrName>ppt_y</p:attrName>
                                        </p:attrNameLst>
                                      </p:cBhvr>
                                      <p:tavLst>
                                        <p:tav tm="0">
                                          <p:val>
                                            <p:strVal val="1+#ppt_h/2"/>
                                          </p:val>
                                        </p:tav>
                                        <p:tav tm="100000">
                                          <p:val>
                                            <p:strVal val="#ppt_y"/>
                                          </p:val>
                                        </p:tav>
                                      </p:tavLst>
                                    </p:anim>
                                  </p:childTnLst>
                                </p:cTn>
                              </p:par>
                              <p:par>
                                <p:cTn id="123" presetID="2" presetClass="entr" presetSubtype="4" fill="hold" nodeType="withEffect">
                                  <p:stCondLst>
                                    <p:cond delay="0"/>
                                  </p:stCondLst>
                                  <p:childTnLst>
                                    <p:set>
                                      <p:cBhvr>
                                        <p:cTn id="124" dur="1" fill="hold">
                                          <p:stCondLst>
                                            <p:cond delay="0"/>
                                          </p:stCondLst>
                                        </p:cTn>
                                        <p:tgtEl>
                                          <p:spTgt spid="60"/>
                                        </p:tgtEl>
                                        <p:attrNameLst>
                                          <p:attrName>style.visibility</p:attrName>
                                        </p:attrNameLst>
                                      </p:cBhvr>
                                      <p:to>
                                        <p:strVal val="visible"/>
                                      </p:to>
                                    </p:set>
                                    <p:anim calcmode="lin" valueType="num">
                                      <p:cBhvr additive="base">
                                        <p:cTn id="125" dur="500" fill="hold"/>
                                        <p:tgtEl>
                                          <p:spTgt spid="60"/>
                                        </p:tgtEl>
                                        <p:attrNameLst>
                                          <p:attrName>ppt_x</p:attrName>
                                        </p:attrNameLst>
                                      </p:cBhvr>
                                      <p:tavLst>
                                        <p:tav tm="0">
                                          <p:val>
                                            <p:strVal val="#ppt_x"/>
                                          </p:val>
                                        </p:tav>
                                        <p:tav tm="100000">
                                          <p:val>
                                            <p:strVal val="#ppt_x"/>
                                          </p:val>
                                        </p:tav>
                                      </p:tavLst>
                                    </p:anim>
                                    <p:anim calcmode="lin" valueType="num">
                                      <p:cBhvr additive="base">
                                        <p:cTn id="126" dur="500" fill="hold"/>
                                        <p:tgtEl>
                                          <p:spTgt spid="60"/>
                                        </p:tgtEl>
                                        <p:attrNameLst>
                                          <p:attrName>ppt_y</p:attrName>
                                        </p:attrNameLst>
                                      </p:cBhvr>
                                      <p:tavLst>
                                        <p:tav tm="0">
                                          <p:val>
                                            <p:strVal val="1+#ppt_h/2"/>
                                          </p:val>
                                        </p:tav>
                                        <p:tav tm="100000">
                                          <p:val>
                                            <p:strVal val="#ppt_y"/>
                                          </p:val>
                                        </p:tav>
                                      </p:tavLst>
                                    </p:anim>
                                  </p:childTnLst>
                                </p:cTn>
                              </p:par>
                              <p:par>
                                <p:cTn id="127" presetID="2" presetClass="entr" presetSubtype="4" fill="hold" nodeType="withEffect">
                                  <p:stCondLst>
                                    <p:cond delay="0"/>
                                  </p:stCondLst>
                                  <p:childTnLst>
                                    <p:set>
                                      <p:cBhvr>
                                        <p:cTn id="128" dur="1" fill="hold">
                                          <p:stCondLst>
                                            <p:cond delay="0"/>
                                          </p:stCondLst>
                                        </p:cTn>
                                        <p:tgtEl>
                                          <p:spTgt spid="40"/>
                                        </p:tgtEl>
                                        <p:attrNameLst>
                                          <p:attrName>style.visibility</p:attrName>
                                        </p:attrNameLst>
                                      </p:cBhvr>
                                      <p:to>
                                        <p:strVal val="visible"/>
                                      </p:to>
                                    </p:set>
                                    <p:anim calcmode="lin" valueType="num">
                                      <p:cBhvr additive="base">
                                        <p:cTn id="129" dur="500" fill="hold"/>
                                        <p:tgtEl>
                                          <p:spTgt spid="40"/>
                                        </p:tgtEl>
                                        <p:attrNameLst>
                                          <p:attrName>ppt_x</p:attrName>
                                        </p:attrNameLst>
                                      </p:cBhvr>
                                      <p:tavLst>
                                        <p:tav tm="0">
                                          <p:val>
                                            <p:strVal val="#ppt_x"/>
                                          </p:val>
                                        </p:tav>
                                        <p:tav tm="100000">
                                          <p:val>
                                            <p:strVal val="#ppt_x"/>
                                          </p:val>
                                        </p:tav>
                                      </p:tavLst>
                                    </p:anim>
                                    <p:anim calcmode="lin" valueType="num">
                                      <p:cBhvr additive="base">
                                        <p:cTn id="130" dur="500" fill="hold"/>
                                        <p:tgtEl>
                                          <p:spTgt spid="40"/>
                                        </p:tgtEl>
                                        <p:attrNameLst>
                                          <p:attrName>ppt_y</p:attrName>
                                        </p:attrNameLst>
                                      </p:cBhvr>
                                      <p:tavLst>
                                        <p:tav tm="0">
                                          <p:val>
                                            <p:strVal val="1+#ppt_h/2"/>
                                          </p:val>
                                        </p:tav>
                                        <p:tav tm="100000">
                                          <p:val>
                                            <p:strVal val="#ppt_y"/>
                                          </p:val>
                                        </p:tav>
                                      </p:tavLst>
                                    </p:anim>
                                  </p:childTnLst>
                                </p:cTn>
                              </p:par>
                              <p:par>
                                <p:cTn id="131" presetID="2" presetClass="entr" presetSubtype="4" fill="hold" nodeType="withEffect">
                                  <p:stCondLst>
                                    <p:cond delay="0"/>
                                  </p:stCondLst>
                                  <p:childTnLst>
                                    <p:set>
                                      <p:cBhvr>
                                        <p:cTn id="132" dur="1" fill="hold">
                                          <p:stCondLst>
                                            <p:cond delay="0"/>
                                          </p:stCondLst>
                                        </p:cTn>
                                        <p:tgtEl>
                                          <p:spTgt spid="41"/>
                                        </p:tgtEl>
                                        <p:attrNameLst>
                                          <p:attrName>style.visibility</p:attrName>
                                        </p:attrNameLst>
                                      </p:cBhvr>
                                      <p:to>
                                        <p:strVal val="visible"/>
                                      </p:to>
                                    </p:set>
                                    <p:anim calcmode="lin" valueType="num">
                                      <p:cBhvr additive="base">
                                        <p:cTn id="133" dur="500" fill="hold"/>
                                        <p:tgtEl>
                                          <p:spTgt spid="41"/>
                                        </p:tgtEl>
                                        <p:attrNameLst>
                                          <p:attrName>ppt_x</p:attrName>
                                        </p:attrNameLst>
                                      </p:cBhvr>
                                      <p:tavLst>
                                        <p:tav tm="0">
                                          <p:val>
                                            <p:strVal val="#ppt_x"/>
                                          </p:val>
                                        </p:tav>
                                        <p:tav tm="100000">
                                          <p:val>
                                            <p:strVal val="#ppt_x"/>
                                          </p:val>
                                        </p:tav>
                                      </p:tavLst>
                                    </p:anim>
                                    <p:anim calcmode="lin" valueType="num">
                                      <p:cBhvr additive="base">
                                        <p:cTn id="134" dur="500" fill="hold"/>
                                        <p:tgtEl>
                                          <p:spTgt spid="41"/>
                                        </p:tgtEl>
                                        <p:attrNameLst>
                                          <p:attrName>ppt_y</p:attrName>
                                        </p:attrNameLst>
                                      </p:cBhvr>
                                      <p:tavLst>
                                        <p:tav tm="0">
                                          <p:val>
                                            <p:strVal val="1+#ppt_h/2"/>
                                          </p:val>
                                        </p:tav>
                                        <p:tav tm="100000">
                                          <p:val>
                                            <p:strVal val="#ppt_y"/>
                                          </p:val>
                                        </p:tav>
                                      </p:tavLst>
                                    </p:anim>
                                  </p:childTnLst>
                                </p:cTn>
                              </p:par>
                              <p:par>
                                <p:cTn id="135" presetID="2" presetClass="entr" presetSubtype="4" fill="hold" nodeType="withEffect">
                                  <p:stCondLst>
                                    <p:cond delay="0"/>
                                  </p:stCondLst>
                                  <p:childTnLst>
                                    <p:set>
                                      <p:cBhvr>
                                        <p:cTn id="136" dur="1" fill="hold">
                                          <p:stCondLst>
                                            <p:cond delay="0"/>
                                          </p:stCondLst>
                                        </p:cTn>
                                        <p:tgtEl>
                                          <p:spTgt spid="42"/>
                                        </p:tgtEl>
                                        <p:attrNameLst>
                                          <p:attrName>style.visibility</p:attrName>
                                        </p:attrNameLst>
                                      </p:cBhvr>
                                      <p:to>
                                        <p:strVal val="visible"/>
                                      </p:to>
                                    </p:set>
                                    <p:anim calcmode="lin" valueType="num">
                                      <p:cBhvr additive="base">
                                        <p:cTn id="137" dur="500" fill="hold"/>
                                        <p:tgtEl>
                                          <p:spTgt spid="42"/>
                                        </p:tgtEl>
                                        <p:attrNameLst>
                                          <p:attrName>ppt_x</p:attrName>
                                        </p:attrNameLst>
                                      </p:cBhvr>
                                      <p:tavLst>
                                        <p:tav tm="0">
                                          <p:val>
                                            <p:strVal val="#ppt_x"/>
                                          </p:val>
                                        </p:tav>
                                        <p:tav tm="100000">
                                          <p:val>
                                            <p:strVal val="#ppt_x"/>
                                          </p:val>
                                        </p:tav>
                                      </p:tavLst>
                                    </p:anim>
                                    <p:anim calcmode="lin" valueType="num">
                                      <p:cBhvr additive="base">
                                        <p:cTn id="138" dur="500" fill="hold"/>
                                        <p:tgtEl>
                                          <p:spTgt spid="42"/>
                                        </p:tgtEl>
                                        <p:attrNameLst>
                                          <p:attrName>ppt_y</p:attrName>
                                        </p:attrNameLst>
                                      </p:cBhvr>
                                      <p:tavLst>
                                        <p:tav tm="0">
                                          <p:val>
                                            <p:strVal val="1+#ppt_h/2"/>
                                          </p:val>
                                        </p:tav>
                                        <p:tav tm="100000">
                                          <p:val>
                                            <p:strVal val="#ppt_y"/>
                                          </p:val>
                                        </p:tav>
                                      </p:tavLst>
                                    </p:anim>
                                  </p:childTnLst>
                                </p:cTn>
                              </p:par>
                              <p:par>
                                <p:cTn id="139" presetID="2" presetClass="entr" presetSubtype="4" fill="hold" nodeType="withEffect">
                                  <p:stCondLst>
                                    <p:cond delay="0"/>
                                  </p:stCondLst>
                                  <p:childTnLst>
                                    <p:set>
                                      <p:cBhvr>
                                        <p:cTn id="140" dur="1" fill="hold">
                                          <p:stCondLst>
                                            <p:cond delay="0"/>
                                          </p:stCondLst>
                                        </p:cTn>
                                        <p:tgtEl>
                                          <p:spTgt spid="43"/>
                                        </p:tgtEl>
                                        <p:attrNameLst>
                                          <p:attrName>style.visibility</p:attrName>
                                        </p:attrNameLst>
                                      </p:cBhvr>
                                      <p:to>
                                        <p:strVal val="visible"/>
                                      </p:to>
                                    </p:set>
                                    <p:anim calcmode="lin" valueType="num">
                                      <p:cBhvr additive="base">
                                        <p:cTn id="141" dur="500" fill="hold"/>
                                        <p:tgtEl>
                                          <p:spTgt spid="43"/>
                                        </p:tgtEl>
                                        <p:attrNameLst>
                                          <p:attrName>ppt_x</p:attrName>
                                        </p:attrNameLst>
                                      </p:cBhvr>
                                      <p:tavLst>
                                        <p:tav tm="0">
                                          <p:val>
                                            <p:strVal val="#ppt_x"/>
                                          </p:val>
                                        </p:tav>
                                        <p:tav tm="100000">
                                          <p:val>
                                            <p:strVal val="#ppt_x"/>
                                          </p:val>
                                        </p:tav>
                                      </p:tavLst>
                                    </p:anim>
                                    <p:anim calcmode="lin" valueType="num">
                                      <p:cBhvr additive="base">
                                        <p:cTn id="142" dur="500" fill="hold"/>
                                        <p:tgtEl>
                                          <p:spTgt spid="43"/>
                                        </p:tgtEl>
                                        <p:attrNameLst>
                                          <p:attrName>ppt_y</p:attrName>
                                        </p:attrNameLst>
                                      </p:cBhvr>
                                      <p:tavLst>
                                        <p:tav tm="0">
                                          <p:val>
                                            <p:strVal val="1+#ppt_h/2"/>
                                          </p:val>
                                        </p:tav>
                                        <p:tav tm="100000">
                                          <p:val>
                                            <p:strVal val="#ppt_y"/>
                                          </p:val>
                                        </p:tav>
                                      </p:tavLst>
                                    </p:anim>
                                  </p:childTnLst>
                                </p:cTn>
                              </p:par>
                              <p:par>
                                <p:cTn id="143" presetID="2" presetClass="entr" presetSubtype="4" fill="hold" nodeType="withEffect">
                                  <p:stCondLst>
                                    <p:cond delay="0"/>
                                  </p:stCondLst>
                                  <p:childTnLst>
                                    <p:set>
                                      <p:cBhvr>
                                        <p:cTn id="144" dur="1" fill="hold">
                                          <p:stCondLst>
                                            <p:cond delay="0"/>
                                          </p:stCondLst>
                                        </p:cTn>
                                        <p:tgtEl>
                                          <p:spTgt spid="44"/>
                                        </p:tgtEl>
                                        <p:attrNameLst>
                                          <p:attrName>style.visibility</p:attrName>
                                        </p:attrNameLst>
                                      </p:cBhvr>
                                      <p:to>
                                        <p:strVal val="visible"/>
                                      </p:to>
                                    </p:set>
                                    <p:anim calcmode="lin" valueType="num">
                                      <p:cBhvr additive="base">
                                        <p:cTn id="145" dur="500" fill="hold"/>
                                        <p:tgtEl>
                                          <p:spTgt spid="44"/>
                                        </p:tgtEl>
                                        <p:attrNameLst>
                                          <p:attrName>ppt_x</p:attrName>
                                        </p:attrNameLst>
                                      </p:cBhvr>
                                      <p:tavLst>
                                        <p:tav tm="0">
                                          <p:val>
                                            <p:strVal val="#ppt_x"/>
                                          </p:val>
                                        </p:tav>
                                        <p:tav tm="100000">
                                          <p:val>
                                            <p:strVal val="#ppt_x"/>
                                          </p:val>
                                        </p:tav>
                                      </p:tavLst>
                                    </p:anim>
                                    <p:anim calcmode="lin" valueType="num">
                                      <p:cBhvr additive="base">
                                        <p:cTn id="146" dur="500" fill="hold"/>
                                        <p:tgtEl>
                                          <p:spTgt spid="44"/>
                                        </p:tgtEl>
                                        <p:attrNameLst>
                                          <p:attrName>ppt_y</p:attrName>
                                        </p:attrNameLst>
                                      </p:cBhvr>
                                      <p:tavLst>
                                        <p:tav tm="0">
                                          <p:val>
                                            <p:strVal val="1+#ppt_h/2"/>
                                          </p:val>
                                        </p:tav>
                                        <p:tav tm="100000">
                                          <p:val>
                                            <p:strVal val="#ppt_y"/>
                                          </p:val>
                                        </p:tav>
                                      </p:tavLst>
                                    </p:anim>
                                  </p:childTnLst>
                                </p:cTn>
                              </p:par>
                              <p:par>
                                <p:cTn id="147" presetID="2" presetClass="entr" presetSubtype="4" fill="hold" nodeType="withEffect">
                                  <p:stCondLst>
                                    <p:cond delay="0"/>
                                  </p:stCondLst>
                                  <p:childTnLst>
                                    <p:set>
                                      <p:cBhvr>
                                        <p:cTn id="148" dur="1" fill="hold">
                                          <p:stCondLst>
                                            <p:cond delay="0"/>
                                          </p:stCondLst>
                                        </p:cTn>
                                        <p:tgtEl>
                                          <p:spTgt spid="45"/>
                                        </p:tgtEl>
                                        <p:attrNameLst>
                                          <p:attrName>style.visibility</p:attrName>
                                        </p:attrNameLst>
                                      </p:cBhvr>
                                      <p:to>
                                        <p:strVal val="visible"/>
                                      </p:to>
                                    </p:set>
                                    <p:anim calcmode="lin" valueType="num">
                                      <p:cBhvr additive="base">
                                        <p:cTn id="149" dur="500" fill="hold"/>
                                        <p:tgtEl>
                                          <p:spTgt spid="45"/>
                                        </p:tgtEl>
                                        <p:attrNameLst>
                                          <p:attrName>ppt_x</p:attrName>
                                        </p:attrNameLst>
                                      </p:cBhvr>
                                      <p:tavLst>
                                        <p:tav tm="0">
                                          <p:val>
                                            <p:strVal val="#ppt_x"/>
                                          </p:val>
                                        </p:tav>
                                        <p:tav tm="100000">
                                          <p:val>
                                            <p:strVal val="#ppt_x"/>
                                          </p:val>
                                        </p:tav>
                                      </p:tavLst>
                                    </p:anim>
                                    <p:anim calcmode="lin" valueType="num">
                                      <p:cBhvr additive="base">
                                        <p:cTn id="150" dur="500" fill="hold"/>
                                        <p:tgtEl>
                                          <p:spTgt spid="45"/>
                                        </p:tgtEl>
                                        <p:attrNameLst>
                                          <p:attrName>ppt_y</p:attrName>
                                        </p:attrNameLst>
                                      </p:cBhvr>
                                      <p:tavLst>
                                        <p:tav tm="0">
                                          <p:val>
                                            <p:strVal val="1+#ppt_h/2"/>
                                          </p:val>
                                        </p:tav>
                                        <p:tav tm="100000">
                                          <p:val>
                                            <p:strVal val="#ppt_y"/>
                                          </p:val>
                                        </p:tav>
                                      </p:tavLst>
                                    </p:anim>
                                  </p:childTnLst>
                                </p:cTn>
                              </p:par>
                              <p:par>
                                <p:cTn id="151" presetID="2" presetClass="entr" presetSubtype="4" fill="hold" nodeType="withEffect">
                                  <p:stCondLst>
                                    <p:cond delay="0"/>
                                  </p:stCondLst>
                                  <p:childTnLst>
                                    <p:set>
                                      <p:cBhvr>
                                        <p:cTn id="152" dur="1" fill="hold">
                                          <p:stCondLst>
                                            <p:cond delay="0"/>
                                          </p:stCondLst>
                                        </p:cTn>
                                        <p:tgtEl>
                                          <p:spTgt spid="46"/>
                                        </p:tgtEl>
                                        <p:attrNameLst>
                                          <p:attrName>style.visibility</p:attrName>
                                        </p:attrNameLst>
                                      </p:cBhvr>
                                      <p:to>
                                        <p:strVal val="visible"/>
                                      </p:to>
                                    </p:set>
                                    <p:anim calcmode="lin" valueType="num">
                                      <p:cBhvr additive="base">
                                        <p:cTn id="153" dur="500" fill="hold"/>
                                        <p:tgtEl>
                                          <p:spTgt spid="46"/>
                                        </p:tgtEl>
                                        <p:attrNameLst>
                                          <p:attrName>ppt_x</p:attrName>
                                        </p:attrNameLst>
                                      </p:cBhvr>
                                      <p:tavLst>
                                        <p:tav tm="0">
                                          <p:val>
                                            <p:strVal val="#ppt_x"/>
                                          </p:val>
                                        </p:tav>
                                        <p:tav tm="100000">
                                          <p:val>
                                            <p:strVal val="#ppt_x"/>
                                          </p:val>
                                        </p:tav>
                                      </p:tavLst>
                                    </p:anim>
                                    <p:anim calcmode="lin" valueType="num">
                                      <p:cBhvr additive="base">
                                        <p:cTn id="154" dur="500" fill="hold"/>
                                        <p:tgtEl>
                                          <p:spTgt spid="46"/>
                                        </p:tgtEl>
                                        <p:attrNameLst>
                                          <p:attrName>ppt_y</p:attrName>
                                        </p:attrNameLst>
                                      </p:cBhvr>
                                      <p:tavLst>
                                        <p:tav tm="0">
                                          <p:val>
                                            <p:strVal val="1+#ppt_h/2"/>
                                          </p:val>
                                        </p:tav>
                                        <p:tav tm="100000">
                                          <p:val>
                                            <p:strVal val="#ppt_y"/>
                                          </p:val>
                                        </p:tav>
                                      </p:tavLst>
                                    </p:anim>
                                  </p:childTnLst>
                                </p:cTn>
                              </p:par>
                              <p:par>
                                <p:cTn id="155" presetID="2" presetClass="entr" presetSubtype="4" fill="hold" nodeType="withEffect">
                                  <p:stCondLst>
                                    <p:cond delay="0"/>
                                  </p:stCondLst>
                                  <p:childTnLst>
                                    <p:set>
                                      <p:cBhvr>
                                        <p:cTn id="156" dur="1" fill="hold">
                                          <p:stCondLst>
                                            <p:cond delay="0"/>
                                          </p:stCondLst>
                                        </p:cTn>
                                        <p:tgtEl>
                                          <p:spTgt spid="49"/>
                                        </p:tgtEl>
                                        <p:attrNameLst>
                                          <p:attrName>style.visibility</p:attrName>
                                        </p:attrNameLst>
                                      </p:cBhvr>
                                      <p:to>
                                        <p:strVal val="visible"/>
                                      </p:to>
                                    </p:set>
                                    <p:anim calcmode="lin" valueType="num">
                                      <p:cBhvr additive="base">
                                        <p:cTn id="157" dur="500" fill="hold"/>
                                        <p:tgtEl>
                                          <p:spTgt spid="49"/>
                                        </p:tgtEl>
                                        <p:attrNameLst>
                                          <p:attrName>ppt_x</p:attrName>
                                        </p:attrNameLst>
                                      </p:cBhvr>
                                      <p:tavLst>
                                        <p:tav tm="0">
                                          <p:val>
                                            <p:strVal val="#ppt_x"/>
                                          </p:val>
                                        </p:tav>
                                        <p:tav tm="100000">
                                          <p:val>
                                            <p:strVal val="#ppt_x"/>
                                          </p:val>
                                        </p:tav>
                                      </p:tavLst>
                                    </p:anim>
                                    <p:anim calcmode="lin" valueType="num">
                                      <p:cBhvr additive="base">
                                        <p:cTn id="158" dur="500" fill="hold"/>
                                        <p:tgtEl>
                                          <p:spTgt spid="49"/>
                                        </p:tgtEl>
                                        <p:attrNameLst>
                                          <p:attrName>ppt_y</p:attrName>
                                        </p:attrNameLst>
                                      </p:cBhvr>
                                      <p:tavLst>
                                        <p:tav tm="0">
                                          <p:val>
                                            <p:strVal val="1+#ppt_h/2"/>
                                          </p:val>
                                        </p:tav>
                                        <p:tav tm="100000">
                                          <p:val>
                                            <p:strVal val="#ppt_y"/>
                                          </p:val>
                                        </p:tav>
                                      </p:tavLst>
                                    </p:anim>
                                  </p:childTnLst>
                                </p:cTn>
                              </p:par>
                              <p:par>
                                <p:cTn id="159" presetID="2" presetClass="entr" presetSubtype="4" fill="hold" nodeType="withEffect">
                                  <p:stCondLst>
                                    <p:cond delay="0"/>
                                  </p:stCondLst>
                                  <p:childTnLst>
                                    <p:set>
                                      <p:cBhvr>
                                        <p:cTn id="160" dur="1" fill="hold">
                                          <p:stCondLst>
                                            <p:cond delay="0"/>
                                          </p:stCondLst>
                                        </p:cTn>
                                        <p:tgtEl>
                                          <p:spTgt spid="50"/>
                                        </p:tgtEl>
                                        <p:attrNameLst>
                                          <p:attrName>style.visibility</p:attrName>
                                        </p:attrNameLst>
                                      </p:cBhvr>
                                      <p:to>
                                        <p:strVal val="visible"/>
                                      </p:to>
                                    </p:set>
                                    <p:anim calcmode="lin" valueType="num">
                                      <p:cBhvr additive="base">
                                        <p:cTn id="161" dur="500" fill="hold"/>
                                        <p:tgtEl>
                                          <p:spTgt spid="50"/>
                                        </p:tgtEl>
                                        <p:attrNameLst>
                                          <p:attrName>ppt_x</p:attrName>
                                        </p:attrNameLst>
                                      </p:cBhvr>
                                      <p:tavLst>
                                        <p:tav tm="0">
                                          <p:val>
                                            <p:strVal val="#ppt_x"/>
                                          </p:val>
                                        </p:tav>
                                        <p:tav tm="100000">
                                          <p:val>
                                            <p:strVal val="#ppt_x"/>
                                          </p:val>
                                        </p:tav>
                                      </p:tavLst>
                                    </p:anim>
                                    <p:anim calcmode="lin" valueType="num">
                                      <p:cBhvr additive="base">
                                        <p:cTn id="162" dur="500" fill="hold"/>
                                        <p:tgtEl>
                                          <p:spTgt spid="50"/>
                                        </p:tgtEl>
                                        <p:attrNameLst>
                                          <p:attrName>ppt_y</p:attrName>
                                        </p:attrNameLst>
                                      </p:cBhvr>
                                      <p:tavLst>
                                        <p:tav tm="0">
                                          <p:val>
                                            <p:strVal val="1+#ppt_h/2"/>
                                          </p:val>
                                        </p:tav>
                                        <p:tav tm="100000">
                                          <p:val>
                                            <p:strVal val="#ppt_y"/>
                                          </p:val>
                                        </p:tav>
                                      </p:tavLst>
                                    </p:anim>
                                  </p:childTnLst>
                                </p:cTn>
                              </p:par>
                              <p:par>
                                <p:cTn id="163" presetID="2" presetClass="entr" presetSubtype="4" fill="hold" nodeType="withEffect">
                                  <p:stCondLst>
                                    <p:cond delay="0"/>
                                  </p:stCondLst>
                                  <p:childTnLst>
                                    <p:set>
                                      <p:cBhvr>
                                        <p:cTn id="164" dur="1" fill="hold">
                                          <p:stCondLst>
                                            <p:cond delay="0"/>
                                          </p:stCondLst>
                                        </p:cTn>
                                        <p:tgtEl>
                                          <p:spTgt spid="51"/>
                                        </p:tgtEl>
                                        <p:attrNameLst>
                                          <p:attrName>style.visibility</p:attrName>
                                        </p:attrNameLst>
                                      </p:cBhvr>
                                      <p:to>
                                        <p:strVal val="visible"/>
                                      </p:to>
                                    </p:set>
                                    <p:anim calcmode="lin" valueType="num">
                                      <p:cBhvr additive="base">
                                        <p:cTn id="165" dur="500" fill="hold"/>
                                        <p:tgtEl>
                                          <p:spTgt spid="51"/>
                                        </p:tgtEl>
                                        <p:attrNameLst>
                                          <p:attrName>ppt_x</p:attrName>
                                        </p:attrNameLst>
                                      </p:cBhvr>
                                      <p:tavLst>
                                        <p:tav tm="0">
                                          <p:val>
                                            <p:strVal val="#ppt_x"/>
                                          </p:val>
                                        </p:tav>
                                        <p:tav tm="100000">
                                          <p:val>
                                            <p:strVal val="#ppt_x"/>
                                          </p:val>
                                        </p:tav>
                                      </p:tavLst>
                                    </p:anim>
                                    <p:anim calcmode="lin" valueType="num">
                                      <p:cBhvr additive="base">
                                        <p:cTn id="166" dur="500" fill="hold"/>
                                        <p:tgtEl>
                                          <p:spTgt spid="51"/>
                                        </p:tgtEl>
                                        <p:attrNameLst>
                                          <p:attrName>ppt_y</p:attrName>
                                        </p:attrNameLst>
                                      </p:cBhvr>
                                      <p:tavLst>
                                        <p:tav tm="0">
                                          <p:val>
                                            <p:strVal val="1+#ppt_h/2"/>
                                          </p:val>
                                        </p:tav>
                                        <p:tav tm="100000">
                                          <p:val>
                                            <p:strVal val="#ppt_y"/>
                                          </p:val>
                                        </p:tav>
                                      </p:tavLst>
                                    </p:anim>
                                  </p:childTnLst>
                                </p:cTn>
                              </p:par>
                              <p:par>
                                <p:cTn id="167" presetID="2" presetClass="entr" presetSubtype="4" fill="hold" nodeType="withEffect">
                                  <p:stCondLst>
                                    <p:cond delay="0"/>
                                  </p:stCondLst>
                                  <p:childTnLst>
                                    <p:set>
                                      <p:cBhvr>
                                        <p:cTn id="168" dur="1" fill="hold">
                                          <p:stCondLst>
                                            <p:cond delay="0"/>
                                          </p:stCondLst>
                                        </p:cTn>
                                        <p:tgtEl>
                                          <p:spTgt spid="61"/>
                                        </p:tgtEl>
                                        <p:attrNameLst>
                                          <p:attrName>style.visibility</p:attrName>
                                        </p:attrNameLst>
                                      </p:cBhvr>
                                      <p:to>
                                        <p:strVal val="visible"/>
                                      </p:to>
                                    </p:set>
                                    <p:anim calcmode="lin" valueType="num">
                                      <p:cBhvr additive="base">
                                        <p:cTn id="169" dur="500" fill="hold"/>
                                        <p:tgtEl>
                                          <p:spTgt spid="61"/>
                                        </p:tgtEl>
                                        <p:attrNameLst>
                                          <p:attrName>ppt_x</p:attrName>
                                        </p:attrNameLst>
                                      </p:cBhvr>
                                      <p:tavLst>
                                        <p:tav tm="0">
                                          <p:val>
                                            <p:strVal val="#ppt_x"/>
                                          </p:val>
                                        </p:tav>
                                        <p:tav tm="100000">
                                          <p:val>
                                            <p:strVal val="#ppt_x"/>
                                          </p:val>
                                        </p:tav>
                                      </p:tavLst>
                                    </p:anim>
                                    <p:anim calcmode="lin" valueType="num">
                                      <p:cBhvr additive="base">
                                        <p:cTn id="170" dur="500" fill="hold"/>
                                        <p:tgtEl>
                                          <p:spTgt spid="61"/>
                                        </p:tgtEl>
                                        <p:attrNameLst>
                                          <p:attrName>ppt_y</p:attrName>
                                        </p:attrNameLst>
                                      </p:cBhvr>
                                      <p:tavLst>
                                        <p:tav tm="0">
                                          <p:val>
                                            <p:strVal val="1+#ppt_h/2"/>
                                          </p:val>
                                        </p:tav>
                                        <p:tav tm="100000">
                                          <p:val>
                                            <p:strVal val="#ppt_y"/>
                                          </p:val>
                                        </p:tav>
                                      </p:tavLst>
                                    </p:anim>
                                  </p:childTnLst>
                                </p:cTn>
                              </p:par>
                              <p:par>
                                <p:cTn id="171" presetID="2" presetClass="entr" presetSubtype="4" fill="hold" nodeType="withEffect">
                                  <p:stCondLst>
                                    <p:cond delay="0"/>
                                  </p:stCondLst>
                                  <p:childTnLst>
                                    <p:set>
                                      <p:cBhvr>
                                        <p:cTn id="172" dur="1" fill="hold">
                                          <p:stCondLst>
                                            <p:cond delay="0"/>
                                          </p:stCondLst>
                                        </p:cTn>
                                        <p:tgtEl>
                                          <p:spTgt spid="62"/>
                                        </p:tgtEl>
                                        <p:attrNameLst>
                                          <p:attrName>style.visibility</p:attrName>
                                        </p:attrNameLst>
                                      </p:cBhvr>
                                      <p:to>
                                        <p:strVal val="visible"/>
                                      </p:to>
                                    </p:set>
                                    <p:anim calcmode="lin" valueType="num">
                                      <p:cBhvr additive="base">
                                        <p:cTn id="173" dur="500" fill="hold"/>
                                        <p:tgtEl>
                                          <p:spTgt spid="62"/>
                                        </p:tgtEl>
                                        <p:attrNameLst>
                                          <p:attrName>ppt_x</p:attrName>
                                        </p:attrNameLst>
                                      </p:cBhvr>
                                      <p:tavLst>
                                        <p:tav tm="0">
                                          <p:val>
                                            <p:strVal val="#ppt_x"/>
                                          </p:val>
                                        </p:tav>
                                        <p:tav tm="100000">
                                          <p:val>
                                            <p:strVal val="#ppt_x"/>
                                          </p:val>
                                        </p:tav>
                                      </p:tavLst>
                                    </p:anim>
                                    <p:anim calcmode="lin" valueType="num">
                                      <p:cBhvr additive="base">
                                        <p:cTn id="174" dur="500" fill="hold"/>
                                        <p:tgtEl>
                                          <p:spTgt spid="62"/>
                                        </p:tgtEl>
                                        <p:attrNameLst>
                                          <p:attrName>ppt_y</p:attrName>
                                        </p:attrNameLst>
                                      </p:cBhvr>
                                      <p:tavLst>
                                        <p:tav tm="0">
                                          <p:val>
                                            <p:strVal val="1+#ppt_h/2"/>
                                          </p:val>
                                        </p:tav>
                                        <p:tav tm="100000">
                                          <p:val>
                                            <p:strVal val="#ppt_y"/>
                                          </p:val>
                                        </p:tav>
                                      </p:tavLst>
                                    </p:anim>
                                  </p:childTnLst>
                                </p:cTn>
                              </p:par>
                              <p:par>
                                <p:cTn id="175" presetID="2" presetClass="entr" presetSubtype="4" fill="hold" nodeType="withEffect">
                                  <p:stCondLst>
                                    <p:cond delay="0"/>
                                  </p:stCondLst>
                                  <p:childTnLst>
                                    <p:set>
                                      <p:cBhvr>
                                        <p:cTn id="176" dur="1" fill="hold">
                                          <p:stCondLst>
                                            <p:cond delay="0"/>
                                          </p:stCondLst>
                                        </p:cTn>
                                        <p:tgtEl>
                                          <p:spTgt spid="63"/>
                                        </p:tgtEl>
                                        <p:attrNameLst>
                                          <p:attrName>style.visibility</p:attrName>
                                        </p:attrNameLst>
                                      </p:cBhvr>
                                      <p:to>
                                        <p:strVal val="visible"/>
                                      </p:to>
                                    </p:set>
                                    <p:anim calcmode="lin" valueType="num">
                                      <p:cBhvr additive="base">
                                        <p:cTn id="177" dur="500" fill="hold"/>
                                        <p:tgtEl>
                                          <p:spTgt spid="63"/>
                                        </p:tgtEl>
                                        <p:attrNameLst>
                                          <p:attrName>ppt_x</p:attrName>
                                        </p:attrNameLst>
                                      </p:cBhvr>
                                      <p:tavLst>
                                        <p:tav tm="0">
                                          <p:val>
                                            <p:strVal val="#ppt_x"/>
                                          </p:val>
                                        </p:tav>
                                        <p:tav tm="100000">
                                          <p:val>
                                            <p:strVal val="#ppt_x"/>
                                          </p:val>
                                        </p:tav>
                                      </p:tavLst>
                                    </p:anim>
                                    <p:anim calcmode="lin" valueType="num">
                                      <p:cBhvr additive="base">
                                        <p:cTn id="178" dur="500" fill="hold"/>
                                        <p:tgtEl>
                                          <p:spTgt spid="63"/>
                                        </p:tgtEl>
                                        <p:attrNameLst>
                                          <p:attrName>ppt_y</p:attrName>
                                        </p:attrNameLst>
                                      </p:cBhvr>
                                      <p:tavLst>
                                        <p:tav tm="0">
                                          <p:val>
                                            <p:strVal val="1+#ppt_h/2"/>
                                          </p:val>
                                        </p:tav>
                                        <p:tav tm="100000">
                                          <p:val>
                                            <p:strVal val="#ppt_y"/>
                                          </p:val>
                                        </p:tav>
                                      </p:tavLst>
                                    </p:anim>
                                  </p:childTnLst>
                                </p:cTn>
                              </p:par>
                              <p:par>
                                <p:cTn id="179" presetID="2" presetClass="entr" presetSubtype="4" fill="hold" nodeType="withEffect">
                                  <p:stCondLst>
                                    <p:cond delay="0"/>
                                  </p:stCondLst>
                                  <p:childTnLst>
                                    <p:set>
                                      <p:cBhvr>
                                        <p:cTn id="180" dur="1" fill="hold">
                                          <p:stCondLst>
                                            <p:cond delay="0"/>
                                          </p:stCondLst>
                                        </p:cTn>
                                        <p:tgtEl>
                                          <p:spTgt spid="54"/>
                                        </p:tgtEl>
                                        <p:attrNameLst>
                                          <p:attrName>style.visibility</p:attrName>
                                        </p:attrNameLst>
                                      </p:cBhvr>
                                      <p:to>
                                        <p:strVal val="visible"/>
                                      </p:to>
                                    </p:set>
                                    <p:anim calcmode="lin" valueType="num">
                                      <p:cBhvr additive="base">
                                        <p:cTn id="181" dur="500" fill="hold"/>
                                        <p:tgtEl>
                                          <p:spTgt spid="54"/>
                                        </p:tgtEl>
                                        <p:attrNameLst>
                                          <p:attrName>ppt_x</p:attrName>
                                        </p:attrNameLst>
                                      </p:cBhvr>
                                      <p:tavLst>
                                        <p:tav tm="0">
                                          <p:val>
                                            <p:strVal val="#ppt_x"/>
                                          </p:val>
                                        </p:tav>
                                        <p:tav tm="100000">
                                          <p:val>
                                            <p:strVal val="#ppt_x"/>
                                          </p:val>
                                        </p:tav>
                                      </p:tavLst>
                                    </p:anim>
                                    <p:anim calcmode="lin" valueType="num">
                                      <p:cBhvr additive="base">
                                        <p:cTn id="182" dur="500" fill="hold"/>
                                        <p:tgtEl>
                                          <p:spTgt spid="54"/>
                                        </p:tgtEl>
                                        <p:attrNameLst>
                                          <p:attrName>ppt_y</p:attrName>
                                        </p:attrNameLst>
                                      </p:cBhvr>
                                      <p:tavLst>
                                        <p:tav tm="0">
                                          <p:val>
                                            <p:strVal val="1+#ppt_h/2"/>
                                          </p:val>
                                        </p:tav>
                                        <p:tav tm="100000">
                                          <p:val>
                                            <p:strVal val="#ppt_y"/>
                                          </p:val>
                                        </p:tav>
                                      </p:tavLst>
                                    </p:anim>
                                  </p:childTnLst>
                                </p:cTn>
                              </p:par>
                              <p:par>
                                <p:cTn id="183" presetID="2" presetClass="entr" presetSubtype="4" fill="hold" nodeType="withEffect">
                                  <p:stCondLst>
                                    <p:cond delay="0"/>
                                  </p:stCondLst>
                                  <p:childTnLst>
                                    <p:set>
                                      <p:cBhvr>
                                        <p:cTn id="184" dur="1" fill="hold">
                                          <p:stCondLst>
                                            <p:cond delay="0"/>
                                          </p:stCondLst>
                                        </p:cTn>
                                        <p:tgtEl>
                                          <p:spTgt spid="52"/>
                                        </p:tgtEl>
                                        <p:attrNameLst>
                                          <p:attrName>style.visibility</p:attrName>
                                        </p:attrNameLst>
                                      </p:cBhvr>
                                      <p:to>
                                        <p:strVal val="visible"/>
                                      </p:to>
                                    </p:set>
                                    <p:anim calcmode="lin" valueType="num">
                                      <p:cBhvr additive="base">
                                        <p:cTn id="185" dur="500" fill="hold"/>
                                        <p:tgtEl>
                                          <p:spTgt spid="52"/>
                                        </p:tgtEl>
                                        <p:attrNameLst>
                                          <p:attrName>ppt_x</p:attrName>
                                        </p:attrNameLst>
                                      </p:cBhvr>
                                      <p:tavLst>
                                        <p:tav tm="0">
                                          <p:val>
                                            <p:strVal val="#ppt_x"/>
                                          </p:val>
                                        </p:tav>
                                        <p:tav tm="100000">
                                          <p:val>
                                            <p:strVal val="#ppt_x"/>
                                          </p:val>
                                        </p:tav>
                                      </p:tavLst>
                                    </p:anim>
                                    <p:anim calcmode="lin" valueType="num">
                                      <p:cBhvr additive="base">
                                        <p:cTn id="186" dur="500" fill="hold"/>
                                        <p:tgtEl>
                                          <p:spTgt spid="52"/>
                                        </p:tgtEl>
                                        <p:attrNameLst>
                                          <p:attrName>ppt_y</p:attrName>
                                        </p:attrNameLst>
                                      </p:cBhvr>
                                      <p:tavLst>
                                        <p:tav tm="0">
                                          <p:val>
                                            <p:strVal val="1+#ppt_h/2"/>
                                          </p:val>
                                        </p:tav>
                                        <p:tav tm="100000">
                                          <p:val>
                                            <p:strVal val="#ppt_y"/>
                                          </p:val>
                                        </p:tav>
                                      </p:tavLst>
                                    </p:anim>
                                  </p:childTnLst>
                                </p:cTn>
                              </p:par>
                              <p:par>
                                <p:cTn id="187" presetID="2" presetClass="entr" presetSubtype="4" fill="hold" nodeType="withEffect">
                                  <p:stCondLst>
                                    <p:cond delay="0"/>
                                  </p:stCondLst>
                                  <p:childTnLst>
                                    <p:set>
                                      <p:cBhvr>
                                        <p:cTn id="188" dur="1" fill="hold">
                                          <p:stCondLst>
                                            <p:cond delay="0"/>
                                          </p:stCondLst>
                                        </p:cTn>
                                        <p:tgtEl>
                                          <p:spTgt spid="53"/>
                                        </p:tgtEl>
                                        <p:attrNameLst>
                                          <p:attrName>style.visibility</p:attrName>
                                        </p:attrNameLst>
                                      </p:cBhvr>
                                      <p:to>
                                        <p:strVal val="visible"/>
                                      </p:to>
                                    </p:set>
                                    <p:anim calcmode="lin" valueType="num">
                                      <p:cBhvr additive="base">
                                        <p:cTn id="189" dur="500" fill="hold"/>
                                        <p:tgtEl>
                                          <p:spTgt spid="53"/>
                                        </p:tgtEl>
                                        <p:attrNameLst>
                                          <p:attrName>ppt_x</p:attrName>
                                        </p:attrNameLst>
                                      </p:cBhvr>
                                      <p:tavLst>
                                        <p:tav tm="0">
                                          <p:val>
                                            <p:strVal val="#ppt_x"/>
                                          </p:val>
                                        </p:tav>
                                        <p:tav tm="100000">
                                          <p:val>
                                            <p:strVal val="#ppt_x"/>
                                          </p:val>
                                        </p:tav>
                                      </p:tavLst>
                                    </p:anim>
                                    <p:anim calcmode="lin" valueType="num">
                                      <p:cBhvr additive="base">
                                        <p:cTn id="190" dur="500" fill="hold"/>
                                        <p:tgtEl>
                                          <p:spTgt spid="53"/>
                                        </p:tgtEl>
                                        <p:attrNameLst>
                                          <p:attrName>ppt_y</p:attrName>
                                        </p:attrNameLst>
                                      </p:cBhvr>
                                      <p:tavLst>
                                        <p:tav tm="0">
                                          <p:val>
                                            <p:strVal val="1+#ppt_h/2"/>
                                          </p:val>
                                        </p:tav>
                                        <p:tav tm="100000">
                                          <p:val>
                                            <p:strVal val="#ppt_y"/>
                                          </p:val>
                                        </p:tav>
                                      </p:tavLst>
                                    </p:anim>
                                  </p:childTnLst>
                                </p:cTn>
                              </p:par>
                              <p:par>
                                <p:cTn id="191" presetID="2" presetClass="entr" presetSubtype="4" fill="hold" nodeType="withEffect">
                                  <p:stCondLst>
                                    <p:cond delay="0"/>
                                  </p:stCondLst>
                                  <p:childTnLst>
                                    <p:set>
                                      <p:cBhvr>
                                        <p:cTn id="192" dur="1" fill="hold">
                                          <p:stCondLst>
                                            <p:cond delay="0"/>
                                          </p:stCondLst>
                                        </p:cTn>
                                        <p:tgtEl>
                                          <p:spTgt spid="55"/>
                                        </p:tgtEl>
                                        <p:attrNameLst>
                                          <p:attrName>style.visibility</p:attrName>
                                        </p:attrNameLst>
                                      </p:cBhvr>
                                      <p:to>
                                        <p:strVal val="visible"/>
                                      </p:to>
                                    </p:set>
                                    <p:anim calcmode="lin" valueType="num">
                                      <p:cBhvr additive="base">
                                        <p:cTn id="193" dur="500" fill="hold"/>
                                        <p:tgtEl>
                                          <p:spTgt spid="55"/>
                                        </p:tgtEl>
                                        <p:attrNameLst>
                                          <p:attrName>ppt_x</p:attrName>
                                        </p:attrNameLst>
                                      </p:cBhvr>
                                      <p:tavLst>
                                        <p:tav tm="0">
                                          <p:val>
                                            <p:strVal val="#ppt_x"/>
                                          </p:val>
                                        </p:tav>
                                        <p:tav tm="100000">
                                          <p:val>
                                            <p:strVal val="#ppt_x"/>
                                          </p:val>
                                        </p:tav>
                                      </p:tavLst>
                                    </p:anim>
                                    <p:anim calcmode="lin" valueType="num">
                                      <p:cBhvr additive="base">
                                        <p:cTn id="194" dur="500" fill="hold"/>
                                        <p:tgtEl>
                                          <p:spTgt spid="55"/>
                                        </p:tgtEl>
                                        <p:attrNameLst>
                                          <p:attrName>ppt_y</p:attrName>
                                        </p:attrNameLst>
                                      </p:cBhvr>
                                      <p:tavLst>
                                        <p:tav tm="0">
                                          <p:val>
                                            <p:strVal val="1+#ppt_h/2"/>
                                          </p:val>
                                        </p:tav>
                                        <p:tav tm="100000">
                                          <p:val>
                                            <p:strVal val="#ppt_y"/>
                                          </p:val>
                                        </p:tav>
                                      </p:tavLst>
                                    </p:anim>
                                  </p:childTnLst>
                                </p:cTn>
                              </p:par>
                              <p:par>
                                <p:cTn id="195" presetID="2" presetClass="entr" presetSubtype="4" fill="hold" nodeType="withEffect">
                                  <p:stCondLst>
                                    <p:cond delay="0"/>
                                  </p:stCondLst>
                                  <p:childTnLst>
                                    <p:set>
                                      <p:cBhvr>
                                        <p:cTn id="196" dur="1" fill="hold">
                                          <p:stCondLst>
                                            <p:cond delay="0"/>
                                          </p:stCondLst>
                                        </p:cTn>
                                        <p:tgtEl>
                                          <p:spTgt spid="56"/>
                                        </p:tgtEl>
                                        <p:attrNameLst>
                                          <p:attrName>style.visibility</p:attrName>
                                        </p:attrNameLst>
                                      </p:cBhvr>
                                      <p:to>
                                        <p:strVal val="visible"/>
                                      </p:to>
                                    </p:set>
                                    <p:anim calcmode="lin" valueType="num">
                                      <p:cBhvr additive="base">
                                        <p:cTn id="197" dur="500" fill="hold"/>
                                        <p:tgtEl>
                                          <p:spTgt spid="56"/>
                                        </p:tgtEl>
                                        <p:attrNameLst>
                                          <p:attrName>ppt_x</p:attrName>
                                        </p:attrNameLst>
                                      </p:cBhvr>
                                      <p:tavLst>
                                        <p:tav tm="0">
                                          <p:val>
                                            <p:strVal val="#ppt_x"/>
                                          </p:val>
                                        </p:tav>
                                        <p:tav tm="100000">
                                          <p:val>
                                            <p:strVal val="#ppt_x"/>
                                          </p:val>
                                        </p:tav>
                                      </p:tavLst>
                                    </p:anim>
                                    <p:anim calcmode="lin" valueType="num">
                                      <p:cBhvr additive="base">
                                        <p:cTn id="198" dur="500" fill="hold"/>
                                        <p:tgtEl>
                                          <p:spTgt spid="56"/>
                                        </p:tgtEl>
                                        <p:attrNameLst>
                                          <p:attrName>ppt_y</p:attrName>
                                        </p:attrNameLst>
                                      </p:cBhvr>
                                      <p:tavLst>
                                        <p:tav tm="0">
                                          <p:val>
                                            <p:strVal val="1+#ppt_h/2"/>
                                          </p:val>
                                        </p:tav>
                                        <p:tav tm="100000">
                                          <p:val>
                                            <p:strVal val="#ppt_y"/>
                                          </p:val>
                                        </p:tav>
                                      </p:tavLst>
                                    </p:anim>
                                  </p:childTnLst>
                                </p:cTn>
                              </p:par>
                              <p:par>
                                <p:cTn id="199" presetID="2" presetClass="entr" presetSubtype="4" fill="hold" nodeType="withEffect">
                                  <p:stCondLst>
                                    <p:cond delay="0"/>
                                  </p:stCondLst>
                                  <p:childTnLst>
                                    <p:set>
                                      <p:cBhvr>
                                        <p:cTn id="200" dur="1" fill="hold">
                                          <p:stCondLst>
                                            <p:cond delay="0"/>
                                          </p:stCondLst>
                                        </p:cTn>
                                        <p:tgtEl>
                                          <p:spTgt spid="57"/>
                                        </p:tgtEl>
                                        <p:attrNameLst>
                                          <p:attrName>style.visibility</p:attrName>
                                        </p:attrNameLst>
                                      </p:cBhvr>
                                      <p:to>
                                        <p:strVal val="visible"/>
                                      </p:to>
                                    </p:set>
                                    <p:anim calcmode="lin" valueType="num">
                                      <p:cBhvr additive="base">
                                        <p:cTn id="201" dur="500" fill="hold"/>
                                        <p:tgtEl>
                                          <p:spTgt spid="57"/>
                                        </p:tgtEl>
                                        <p:attrNameLst>
                                          <p:attrName>ppt_x</p:attrName>
                                        </p:attrNameLst>
                                      </p:cBhvr>
                                      <p:tavLst>
                                        <p:tav tm="0">
                                          <p:val>
                                            <p:strVal val="#ppt_x"/>
                                          </p:val>
                                        </p:tav>
                                        <p:tav tm="100000">
                                          <p:val>
                                            <p:strVal val="#ppt_x"/>
                                          </p:val>
                                        </p:tav>
                                      </p:tavLst>
                                    </p:anim>
                                    <p:anim calcmode="lin" valueType="num">
                                      <p:cBhvr additive="base">
                                        <p:cTn id="202" dur="500" fill="hold"/>
                                        <p:tgtEl>
                                          <p:spTgt spid="57"/>
                                        </p:tgtEl>
                                        <p:attrNameLst>
                                          <p:attrName>ppt_y</p:attrName>
                                        </p:attrNameLst>
                                      </p:cBhvr>
                                      <p:tavLst>
                                        <p:tav tm="0">
                                          <p:val>
                                            <p:strVal val="1+#ppt_h/2"/>
                                          </p:val>
                                        </p:tav>
                                        <p:tav tm="100000">
                                          <p:val>
                                            <p:strVal val="#ppt_y"/>
                                          </p:val>
                                        </p:tav>
                                      </p:tavLst>
                                    </p:anim>
                                  </p:childTnLst>
                                </p:cTn>
                              </p:par>
                              <p:par>
                                <p:cTn id="203" presetID="2" presetClass="entr" presetSubtype="4" fill="hold" grpId="0" nodeType="withEffect">
                                  <p:stCondLst>
                                    <p:cond delay="0"/>
                                  </p:stCondLst>
                                  <p:childTnLst>
                                    <p:set>
                                      <p:cBhvr>
                                        <p:cTn id="204" dur="1" fill="hold">
                                          <p:stCondLst>
                                            <p:cond delay="0"/>
                                          </p:stCondLst>
                                        </p:cTn>
                                        <p:tgtEl>
                                          <p:spTgt spid="6"/>
                                        </p:tgtEl>
                                        <p:attrNameLst>
                                          <p:attrName>style.visibility</p:attrName>
                                        </p:attrNameLst>
                                      </p:cBhvr>
                                      <p:to>
                                        <p:strVal val="visible"/>
                                      </p:to>
                                    </p:set>
                                    <p:anim calcmode="lin" valueType="num">
                                      <p:cBhvr additive="base">
                                        <p:cTn id="205" dur="500" fill="hold"/>
                                        <p:tgtEl>
                                          <p:spTgt spid="6"/>
                                        </p:tgtEl>
                                        <p:attrNameLst>
                                          <p:attrName>ppt_x</p:attrName>
                                        </p:attrNameLst>
                                      </p:cBhvr>
                                      <p:tavLst>
                                        <p:tav tm="0">
                                          <p:val>
                                            <p:strVal val="#ppt_x"/>
                                          </p:val>
                                        </p:tav>
                                        <p:tav tm="100000">
                                          <p:val>
                                            <p:strVal val="#ppt_x"/>
                                          </p:val>
                                        </p:tav>
                                      </p:tavLst>
                                    </p:anim>
                                    <p:anim calcmode="lin" valueType="num">
                                      <p:cBhvr additive="base">
                                        <p:cTn id="206" dur="500" fill="hold"/>
                                        <p:tgtEl>
                                          <p:spTgt spid="6"/>
                                        </p:tgtEl>
                                        <p:attrNameLst>
                                          <p:attrName>ppt_y</p:attrName>
                                        </p:attrNameLst>
                                      </p:cBhvr>
                                      <p:tavLst>
                                        <p:tav tm="0">
                                          <p:val>
                                            <p:strVal val="1+#ppt_h/2"/>
                                          </p:val>
                                        </p:tav>
                                        <p:tav tm="100000">
                                          <p:val>
                                            <p:strVal val="#ppt_y"/>
                                          </p:val>
                                        </p:tav>
                                      </p:tavLst>
                                    </p:anim>
                                  </p:childTnLst>
                                </p:cTn>
                              </p:par>
                              <p:par>
                                <p:cTn id="207" presetID="2" presetClass="entr" presetSubtype="4" fill="hold" nodeType="withEffect">
                                  <p:stCondLst>
                                    <p:cond delay="0"/>
                                  </p:stCondLst>
                                  <p:childTnLst>
                                    <p:set>
                                      <p:cBhvr>
                                        <p:cTn id="208" dur="1" fill="hold">
                                          <p:stCondLst>
                                            <p:cond delay="0"/>
                                          </p:stCondLst>
                                        </p:cTn>
                                        <p:tgtEl>
                                          <p:spTgt spid="39"/>
                                        </p:tgtEl>
                                        <p:attrNameLst>
                                          <p:attrName>style.visibility</p:attrName>
                                        </p:attrNameLst>
                                      </p:cBhvr>
                                      <p:to>
                                        <p:strVal val="visible"/>
                                      </p:to>
                                    </p:set>
                                    <p:anim calcmode="lin" valueType="num">
                                      <p:cBhvr additive="base">
                                        <p:cTn id="209" dur="500" fill="hold"/>
                                        <p:tgtEl>
                                          <p:spTgt spid="39"/>
                                        </p:tgtEl>
                                        <p:attrNameLst>
                                          <p:attrName>ppt_x</p:attrName>
                                        </p:attrNameLst>
                                      </p:cBhvr>
                                      <p:tavLst>
                                        <p:tav tm="0">
                                          <p:val>
                                            <p:strVal val="#ppt_x"/>
                                          </p:val>
                                        </p:tav>
                                        <p:tav tm="100000">
                                          <p:val>
                                            <p:strVal val="#ppt_x"/>
                                          </p:val>
                                        </p:tav>
                                      </p:tavLst>
                                    </p:anim>
                                    <p:anim calcmode="lin" valueType="num">
                                      <p:cBhvr additive="base">
                                        <p:cTn id="210" dur="500" fill="hold"/>
                                        <p:tgtEl>
                                          <p:spTgt spid="39"/>
                                        </p:tgtEl>
                                        <p:attrNameLst>
                                          <p:attrName>ppt_y</p:attrName>
                                        </p:attrNameLst>
                                      </p:cBhvr>
                                      <p:tavLst>
                                        <p:tav tm="0">
                                          <p:val>
                                            <p:strVal val="1+#ppt_h/2"/>
                                          </p:val>
                                        </p:tav>
                                        <p:tav tm="100000">
                                          <p:val>
                                            <p:strVal val="#ppt_y"/>
                                          </p:val>
                                        </p:tav>
                                      </p:tavLst>
                                    </p:anim>
                                  </p:childTnLst>
                                </p:cTn>
                              </p:par>
                              <p:par>
                                <p:cTn id="211" presetID="2" presetClass="entr" presetSubtype="4" fill="hold" nodeType="withEffect">
                                  <p:stCondLst>
                                    <p:cond delay="0"/>
                                  </p:stCondLst>
                                  <p:childTnLst>
                                    <p:set>
                                      <p:cBhvr>
                                        <p:cTn id="212" dur="1" fill="hold">
                                          <p:stCondLst>
                                            <p:cond delay="0"/>
                                          </p:stCondLst>
                                        </p:cTn>
                                        <p:tgtEl>
                                          <p:spTgt spid="38"/>
                                        </p:tgtEl>
                                        <p:attrNameLst>
                                          <p:attrName>style.visibility</p:attrName>
                                        </p:attrNameLst>
                                      </p:cBhvr>
                                      <p:to>
                                        <p:strVal val="visible"/>
                                      </p:to>
                                    </p:set>
                                    <p:anim calcmode="lin" valueType="num">
                                      <p:cBhvr additive="base">
                                        <p:cTn id="213" dur="500" fill="hold"/>
                                        <p:tgtEl>
                                          <p:spTgt spid="38"/>
                                        </p:tgtEl>
                                        <p:attrNameLst>
                                          <p:attrName>ppt_x</p:attrName>
                                        </p:attrNameLst>
                                      </p:cBhvr>
                                      <p:tavLst>
                                        <p:tav tm="0">
                                          <p:val>
                                            <p:strVal val="#ppt_x"/>
                                          </p:val>
                                        </p:tav>
                                        <p:tav tm="100000">
                                          <p:val>
                                            <p:strVal val="#ppt_x"/>
                                          </p:val>
                                        </p:tav>
                                      </p:tavLst>
                                    </p:anim>
                                    <p:anim calcmode="lin" valueType="num">
                                      <p:cBhvr additive="base">
                                        <p:cTn id="21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5" grpId="0"/>
      <p:bldP spid="5" grpId="1"/>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Shape 118"/>
          <p:cNvSpPr txBox="1"/>
          <p:nvPr/>
        </p:nvSpPr>
        <p:spPr>
          <a:xfrm>
            <a:off x="1363295" y="672146"/>
            <a:ext cx="5808900" cy="2598276"/>
          </a:xfrm>
          <a:prstGeom prst="rect">
            <a:avLst/>
          </a:prstGeom>
          <a:noFill/>
          <a:ln>
            <a:noFill/>
          </a:ln>
        </p:spPr>
        <p:txBody>
          <a:bodyPr spcFirstLastPara="1" wrap="square" lIns="91425" tIns="91425" rIns="91425" bIns="91425" anchor="t" anchorCtr="0">
            <a:noAutofit/>
          </a:bodyPr>
          <a:lstStyle/>
          <a:p>
            <a:pPr marL="0" lvl="0" indent="0" rtl="0">
              <a:spcBef>
                <a:spcPts val="0"/>
              </a:spcBef>
              <a:spcAft>
                <a:spcPts val="0"/>
              </a:spcAft>
              <a:buNone/>
            </a:pPr>
            <a:r>
              <a:rPr lang="en" dirty="0"/>
              <a:t>1 species -&gt; drawing of one tree</a:t>
            </a:r>
            <a:endParaRPr dirty="0"/>
          </a:p>
          <a:p>
            <a:pPr marL="0" lvl="0" indent="0" rtl="0">
              <a:spcBef>
                <a:spcPts val="0"/>
              </a:spcBef>
              <a:spcAft>
                <a:spcPts val="0"/>
              </a:spcAft>
              <a:buNone/>
            </a:pPr>
            <a:endParaRPr dirty="0"/>
          </a:p>
          <a:p>
            <a:pPr marL="0" lvl="0" indent="0" rtl="0">
              <a:spcBef>
                <a:spcPts val="0"/>
              </a:spcBef>
              <a:spcAft>
                <a:spcPts val="0"/>
              </a:spcAft>
              <a:buNone/>
            </a:pPr>
            <a:r>
              <a:rPr lang="en" dirty="0"/>
              <a:t>2 species -&gt; drawing of one tree</a:t>
            </a:r>
            <a:endParaRPr dirty="0"/>
          </a:p>
          <a:p>
            <a:pPr marL="0" lvl="0" indent="0" rtl="0">
              <a:spcBef>
                <a:spcPts val="0"/>
              </a:spcBef>
              <a:spcAft>
                <a:spcPts val="0"/>
              </a:spcAft>
              <a:buNone/>
            </a:pPr>
            <a:endParaRPr dirty="0"/>
          </a:p>
          <a:p>
            <a:pPr marL="0" lvl="0" indent="0" rtl="0">
              <a:spcBef>
                <a:spcPts val="0"/>
              </a:spcBef>
              <a:spcAft>
                <a:spcPts val="0"/>
              </a:spcAft>
              <a:buNone/>
            </a:pPr>
            <a:r>
              <a:rPr lang="en" dirty="0"/>
              <a:t>3 species -&gt; drawing of 3 trees</a:t>
            </a:r>
          </a:p>
          <a:p>
            <a:pPr marL="0" lvl="0" indent="0" rtl="0">
              <a:spcBef>
                <a:spcPts val="0"/>
              </a:spcBef>
              <a:spcAft>
                <a:spcPts val="0"/>
              </a:spcAft>
              <a:buNone/>
            </a:pP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Shape 123"/>
          <p:cNvPicPr preferRelativeResize="0"/>
          <p:nvPr/>
        </p:nvPicPr>
        <p:blipFill>
          <a:blip r:embed="rId3">
            <a:alphaModFix/>
          </a:blip>
          <a:stretch>
            <a:fillRect/>
          </a:stretch>
        </p:blipFill>
        <p:spPr>
          <a:xfrm>
            <a:off x="1710788" y="152400"/>
            <a:ext cx="5722414" cy="4838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Shape 128"/>
          <p:cNvPicPr preferRelativeResize="0"/>
          <p:nvPr/>
        </p:nvPicPr>
        <p:blipFill>
          <a:blip r:embed="rId3">
            <a:alphaModFix/>
          </a:blip>
          <a:stretch>
            <a:fillRect/>
          </a:stretch>
        </p:blipFill>
        <p:spPr>
          <a:xfrm>
            <a:off x="1651563" y="152400"/>
            <a:ext cx="5840871" cy="4838700"/>
          </a:xfrm>
          <a:prstGeom prst="rect">
            <a:avLst/>
          </a:prstGeom>
          <a:noFill/>
          <a:ln>
            <a:noFill/>
          </a:ln>
        </p:spPr>
      </p:pic>
      <p:sp>
        <p:nvSpPr>
          <p:cNvPr id="129" name="Shape 129"/>
          <p:cNvSpPr/>
          <p:nvPr/>
        </p:nvSpPr>
        <p:spPr>
          <a:xfrm>
            <a:off x="5780550" y="4731850"/>
            <a:ext cx="1711800" cy="345300"/>
          </a:xfrm>
          <a:prstGeom prst="rect">
            <a:avLst/>
          </a:prstGeom>
          <a:solidFill>
            <a:srgbClr val="FFFFFF"/>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grpSp>
        <p:nvGrpSpPr>
          <p:cNvPr id="134" name="Shape 134"/>
          <p:cNvGrpSpPr/>
          <p:nvPr/>
        </p:nvGrpSpPr>
        <p:grpSpPr>
          <a:xfrm>
            <a:off x="1502509" y="1340003"/>
            <a:ext cx="5762521" cy="2461067"/>
            <a:chOff x="0" y="-214038"/>
            <a:chExt cx="8195584" cy="4666910"/>
          </a:xfrm>
        </p:grpSpPr>
        <p:cxnSp>
          <p:nvCxnSpPr>
            <p:cNvPr id="135" name="Shape 135"/>
            <p:cNvCxnSpPr/>
            <p:nvPr/>
          </p:nvCxnSpPr>
          <p:spPr>
            <a:xfrm rot="10800000" flipH="1">
              <a:off x="4007741" y="-214038"/>
              <a:ext cx="1474054" cy="1184308"/>
            </a:xfrm>
            <a:prstGeom prst="straightConnector1">
              <a:avLst/>
            </a:prstGeom>
            <a:noFill/>
            <a:ln w="88900" cap="flat" cmpd="sng">
              <a:solidFill>
                <a:srgbClr val="EC5A54"/>
              </a:solidFill>
              <a:prstDash val="solid"/>
              <a:miter lim="400000"/>
              <a:headEnd type="none" w="sm" len="sm"/>
              <a:tailEnd type="none" w="sm" len="sm"/>
            </a:ln>
          </p:spPr>
        </p:cxnSp>
        <p:grpSp>
          <p:nvGrpSpPr>
            <p:cNvPr id="136" name="Shape 136"/>
            <p:cNvGrpSpPr/>
            <p:nvPr/>
          </p:nvGrpSpPr>
          <p:grpSpPr>
            <a:xfrm>
              <a:off x="0" y="1801027"/>
              <a:ext cx="8195584" cy="2651845"/>
              <a:chOff x="0" y="42145"/>
              <a:chExt cx="8195583" cy="2651843"/>
            </a:xfrm>
          </p:grpSpPr>
          <p:sp>
            <p:nvSpPr>
              <p:cNvPr id="137" name="Shape 137"/>
              <p:cNvSpPr/>
              <p:nvPr/>
            </p:nvSpPr>
            <p:spPr>
              <a:xfrm>
                <a:off x="3104233" y="49609"/>
                <a:ext cx="2753917" cy="2644379"/>
              </a:xfrm>
              <a:custGeom>
                <a:avLst/>
                <a:gdLst/>
                <a:ahLst/>
                <a:cxnLst/>
                <a:rect l="0" t="0" r="0" b="0"/>
                <a:pathLst>
                  <a:path w="21600" h="21600" extrusionOk="0">
                    <a:moveTo>
                      <a:pt x="5005" y="0"/>
                    </a:moveTo>
                    <a:lnTo>
                      <a:pt x="1653" y="1747"/>
                    </a:lnTo>
                    <a:lnTo>
                      <a:pt x="0" y="4756"/>
                    </a:lnTo>
                    <a:lnTo>
                      <a:pt x="1012" y="12931"/>
                    </a:lnTo>
                    <a:lnTo>
                      <a:pt x="3144" y="15512"/>
                    </a:lnTo>
                    <a:lnTo>
                      <a:pt x="6758" y="15917"/>
                    </a:lnTo>
                    <a:lnTo>
                      <a:pt x="8342" y="16672"/>
                    </a:lnTo>
                    <a:lnTo>
                      <a:pt x="11524" y="21250"/>
                    </a:lnTo>
                    <a:lnTo>
                      <a:pt x="16928" y="21600"/>
                    </a:lnTo>
                    <a:lnTo>
                      <a:pt x="20887" y="17574"/>
                    </a:lnTo>
                    <a:lnTo>
                      <a:pt x="21363" y="14640"/>
                    </a:lnTo>
                    <a:lnTo>
                      <a:pt x="21522" y="7654"/>
                    </a:lnTo>
                    <a:lnTo>
                      <a:pt x="21600" y="596"/>
                    </a:lnTo>
                    <a:lnTo>
                      <a:pt x="12181" y="0"/>
                    </a:lnTo>
                    <a:lnTo>
                      <a:pt x="5005" y="0"/>
                    </a:lnTo>
                    <a:close/>
                  </a:path>
                </a:pathLst>
              </a:custGeom>
              <a:noFill/>
              <a:ln>
                <a:noFill/>
              </a:ln>
            </p:spPr>
          </p:sp>
          <p:pic>
            <p:nvPicPr>
              <p:cNvPr id="138" name="Shape 138"/>
              <p:cNvPicPr preferRelativeResize="0"/>
              <p:nvPr/>
            </p:nvPicPr>
            <p:blipFill rotWithShape="1">
              <a:blip r:embed="rId3">
                <a:alphaModFix/>
              </a:blip>
              <a:srcRect l="11511" t="4416" r="7481" b="12269"/>
              <a:stretch/>
            </p:blipFill>
            <p:spPr>
              <a:xfrm>
                <a:off x="5975835" y="42145"/>
                <a:ext cx="2219748" cy="2282993"/>
              </a:xfrm>
              <a:prstGeom prst="rect">
                <a:avLst/>
              </a:prstGeom>
              <a:noFill/>
              <a:ln>
                <a:noFill/>
              </a:ln>
            </p:spPr>
          </p:pic>
          <p:pic>
            <p:nvPicPr>
              <p:cNvPr id="139" name="Shape 139"/>
              <p:cNvPicPr preferRelativeResize="0"/>
              <p:nvPr/>
            </p:nvPicPr>
            <p:blipFill rotWithShape="1">
              <a:blip r:embed="rId4">
                <a:alphaModFix/>
              </a:blip>
              <a:srcRect/>
              <a:stretch/>
            </p:blipFill>
            <p:spPr>
              <a:xfrm>
                <a:off x="0" y="84054"/>
                <a:ext cx="2759036" cy="1746241"/>
              </a:xfrm>
              <a:prstGeom prst="rect">
                <a:avLst/>
              </a:prstGeom>
              <a:noFill/>
              <a:ln>
                <a:noFill/>
              </a:ln>
            </p:spPr>
          </p:pic>
        </p:grpSp>
      </p:grpSp>
      <p:grpSp>
        <p:nvGrpSpPr>
          <p:cNvPr id="140" name="Shape 140"/>
          <p:cNvGrpSpPr/>
          <p:nvPr/>
        </p:nvGrpSpPr>
        <p:grpSpPr>
          <a:xfrm>
            <a:off x="1791946" y="2358315"/>
            <a:ext cx="5437097" cy="1444171"/>
            <a:chOff x="0" y="0"/>
            <a:chExt cx="7733035" cy="2738803"/>
          </a:xfrm>
        </p:grpSpPr>
        <p:pic>
          <p:nvPicPr>
            <p:cNvPr id="141" name="Shape 141"/>
            <p:cNvPicPr preferRelativeResize="0"/>
            <p:nvPr/>
          </p:nvPicPr>
          <p:blipFill rotWithShape="1">
            <a:blip r:embed="rId5">
              <a:alphaModFix/>
            </a:blip>
            <a:srcRect l="21323" t="3864" r="14252" b="5553"/>
            <a:stretch/>
          </p:blipFill>
          <p:spPr>
            <a:xfrm>
              <a:off x="2741883" y="0"/>
              <a:ext cx="2435445" cy="2738802"/>
            </a:xfrm>
            <a:prstGeom prst="rect">
              <a:avLst/>
            </a:prstGeom>
            <a:noFill/>
            <a:ln>
              <a:noFill/>
            </a:ln>
          </p:spPr>
        </p:pic>
        <p:pic>
          <p:nvPicPr>
            <p:cNvPr id="142" name="Shape 142"/>
            <p:cNvPicPr preferRelativeResize="0"/>
            <p:nvPr/>
          </p:nvPicPr>
          <p:blipFill rotWithShape="1">
            <a:blip r:embed="rId6">
              <a:alphaModFix/>
            </a:blip>
            <a:srcRect l="43406" r="32272" b="55896"/>
            <a:stretch/>
          </p:blipFill>
          <p:spPr>
            <a:xfrm>
              <a:off x="0" y="0"/>
              <a:ext cx="2279320" cy="2737715"/>
            </a:xfrm>
            <a:prstGeom prst="rect">
              <a:avLst/>
            </a:prstGeom>
            <a:noFill/>
            <a:ln>
              <a:noFill/>
            </a:ln>
          </p:spPr>
        </p:pic>
        <p:pic>
          <p:nvPicPr>
            <p:cNvPr id="143" name="Shape 143"/>
            <p:cNvPicPr preferRelativeResize="0"/>
            <p:nvPr/>
          </p:nvPicPr>
          <p:blipFill rotWithShape="1">
            <a:blip r:embed="rId7">
              <a:alphaModFix/>
            </a:blip>
            <a:srcRect l="38555" t="4135" r="22816" b="28318"/>
            <a:stretch/>
          </p:blipFill>
          <p:spPr>
            <a:xfrm>
              <a:off x="5677607" y="0"/>
              <a:ext cx="2055428" cy="2738803"/>
            </a:xfrm>
            <a:prstGeom prst="rect">
              <a:avLst/>
            </a:prstGeom>
            <a:noFill/>
            <a:ln>
              <a:noFill/>
            </a:ln>
          </p:spPr>
        </p:pic>
      </p:grpSp>
      <p:grpSp>
        <p:nvGrpSpPr>
          <p:cNvPr id="144" name="Shape 144"/>
          <p:cNvGrpSpPr/>
          <p:nvPr/>
        </p:nvGrpSpPr>
        <p:grpSpPr>
          <a:xfrm>
            <a:off x="2531964" y="188368"/>
            <a:ext cx="4084450" cy="2076601"/>
            <a:chOff x="-124912" y="3213233"/>
            <a:chExt cx="5808994" cy="3937849"/>
          </a:xfrm>
        </p:grpSpPr>
        <p:cxnSp>
          <p:nvCxnSpPr>
            <p:cNvPr id="145" name="Shape 145"/>
            <p:cNvCxnSpPr/>
            <p:nvPr/>
          </p:nvCxnSpPr>
          <p:spPr>
            <a:xfrm rot="10800000" flipH="1">
              <a:off x="-124912" y="3213233"/>
              <a:ext cx="4629069" cy="3887041"/>
            </a:xfrm>
            <a:prstGeom prst="straightConnector1">
              <a:avLst/>
            </a:prstGeom>
            <a:noFill/>
            <a:ln w="88900" cap="flat" cmpd="sng">
              <a:solidFill>
                <a:srgbClr val="85888D"/>
              </a:solidFill>
              <a:prstDash val="solid"/>
              <a:miter lim="400000"/>
              <a:headEnd type="none" w="sm" len="sm"/>
              <a:tailEnd type="none" w="sm" len="sm"/>
            </a:ln>
          </p:spPr>
        </p:cxnSp>
        <p:cxnSp>
          <p:nvCxnSpPr>
            <p:cNvPr id="146" name="Shape 146"/>
            <p:cNvCxnSpPr/>
            <p:nvPr/>
          </p:nvCxnSpPr>
          <p:spPr>
            <a:xfrm rot="10800000">
              <a:off x="2987820" y="4454821"/>
              <a:ext cx="2696262" cy="2696262"/>
            </a:xfrm>
            <a:prstGeom prst="straightConnector1">
              <a:avLst/>
            </a:prstGeom>
            <a:noFill/>
            <a:ln w="88900" cap="flat" cmpd="sng">
              <a:solidFill>
                <a:srgbClr val="85888D"/>
              </a:solidFill>
              <a:prstDash val="solid"/>
              <a:miter lim="400000"/>
              <a:headEnd type="none" w="sm" len="sm"/>
              <a:tailEnd type="none" w="sm" len="sm"/>
            </a:ln>
          </p:spPr>
        </p:cxnSp>
        <p:cxnSp>
          <p:nvCxnSpPr>
            <p:cNvPr id="147" name="Shape 147"/>
            <p:cNvCxnSpPr/>
            <p:nvPr/>
          </p:nvCxnSpPr>
          <p:spPr>
            <a:xfrm rot="10800000">
              <a:off x="1505356" y="5685410"/>
              <a:ext cx="1368533" cy="1368534"/>
            </a:xfrm>
            <a:prstGeom prst="straightConnector1">
              <a:avLst/>
            </a:prstGeom>
            <a:noFill/>
            <a:ln w="88900" cap="flat" cmpd="sng">
              <a:solidFill>
                <a:srgbClr val="85888D"/>
              </a:solidFill>
              <a:prstDash val="solid"/>
              <a:miter lim="400000"/>
              <a:headEnd type="none" w="sm" len="sm"/>
              <a:tailEnd type="none" w="sm" len="sm"/>
            </a:ln>
          </p:spPr>
        </p:cxnSp>
      </p:grpSp>
      <p:sp>
        <p:nvSpPr>
          <p:cNvPr id="148" name="Shape 148"/>
          <p:cNvSpPr txBox="1">
            <a:spLocks noGrp="1"/>
          </p:cNvSpPr>
          <p:nvPr>
            <p:ph type="title"/>
          </p:nvPr>
        </p:nvSpPr>
        <p:spPr>
          <a:xfrm>
            <a:off x="892969" y="3676799"/>
            <a:ext cx="7358063" cy="750094"/>
          </a:xfrm>
          <a:prstGeom prst="rect">
            <a:avLst/>
          </a:prstGeom>
          <a:noFill/>
          <a:ln>
            <a:noFill/>
          </a:ln>
        </p:spPr>
        <p:txBody>
          <a:bodyPr spcFirstLastPara="1" wrap="square" lIns="32750" tIns="32750" rIns="32750" bIns="32750" anchor="b" anchorCtr="0">
            <a:noAutofit/>
          </a:bodyPr>
          <a:lstStyle/>
          <a:p>
            <a:pPr marL="0" marR="0" lvl="0" indent="0" algn="ctr" rtl="0">
              <a:lnSpc>
                <a:spcPct val="100000"/>
              </a:lnSpc>
              <a:spcBef>
                <a:spcPts val="0"/>
              </a:spcBef>
              <a:spcAft>
                <a:spcPts val="0"/>
              </a:spcAft>
              <a:buClr>
                <a:srgbClr val="000000"/>
              </a:buClr>
              <a:buSzPts val="4200"/>
              <a:buFont typeface="Helvetica Neue Light"/>
              <a:buNone/>
            </a:pPr>
            <a:r>
              <a:rPr lang="en" sz="4200" b="0" i="0" u="none" strike="noStrike" cap="none" dirty="0">
                <a:solidFill>
                  <a:srgbClr val="000000"/>
                </a:solidFill>
                <a:latin typeface="Helvetica Neue Light"/>
                <a:ea typeface="Helvetica Neue Light"/>
                <a:cs typeface="Helvetica Neue Light"/>
                <a:sym typeface="Helvetica Neue Light"/>
              </a:rPr>
              <a:t>Phylogenetics</a:t>
            </a:r>
            <a:endParaRPr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40"/>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Shape 153"/>
          <p:cNvSpPr txBox="1"/>
          <p:nvPr/>
        </p:nvSpPr>
        <p:spPr>
          <a:xfrm>
            <a:off x="1151225" y="887175"/>
            <a:ext cx="6970800" cy="8976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Here we want to say that counting networks is even worse than trees:</a:t>
            </a:r>
            <a:endParaRPr/>
          </a:p>
          <a:p>
            <a:pPr marL="457200" lvl="0" indent="-317500">
              <a:spcBef>
                <a:spcPts val="0"/>
              </a:spcBef>
              <a:spcAft>
                <a:spcPts val="0"/>
              </a:spcAft>
              <a:buSzPts val="1400"/>
              <a:buChar char="-"/>
            </a:pPr>
            <a:r>
              <a:rPr lang="en"/>
              <a:t>Show case of 3 species, drawing of all possible gene flows, and formula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Shape 158"/>
          <p:cNvSpPr txBox="1"/>
          <p:nvPr/>
        </p:nvSpPr>
        <p:spPr>
          <a:xfrm>
            <a:off x="1127625" y="89772"/>
            <a:ext cx="6642839" cy="564159"/>
          </a:xfrm>
          <a:prstGeom prst="rect">
            <a:avLst/>
          </a:prstGeom>
          <a:noFill/>
          <a:ln>
            <a:noFill/>
          </a:ln>
        </p:spPr>
        <p:txBody>
          <a:bodyPr spcFirstLastPara="1" wrap="square" lIns="91425" tIns="91425" rIns="91425" bIns="91425" anchor="t" anchorCtr="0">
            <a:noAutofit/>
          </a:bodyPr>
          <a:lstStyle/>
          <a:p>
            <a:pPr marL="0" lvl="0" indent="0" algn="ctr">
              <a:spcBef>
                <a:spcPts val="0"/>
              </a:spcBef>
              <a:spcAft>
                <a:spcPts val="0"/>
              </a:spcAft>
              <a:buNone/>
            </a:pPr>
            <a:r>
              <a:rPr lang="en-US" sz="2800" b="1" dirty="0">
                <a:latin typeface="Helvetica Neue" panose="020B0604020202020204" charset="0"/>
                <a:cs typeface="Times New Roman" panose="02020603050405020304" pitchFamily="18" charset="0"/>
              </a:rPr>
              <a:t>DENTIST</a:t>
            </a:r>
            <a:r>
              <a:rPr lang="en-US" sz="2800" b="1" dirty="0">
                <a:latin typeface="Jokerman" panose="04090605060D06020702" pitchFamily="82" charset="0"/>
                <a:cs typeface="Times New Roman" panose="02020603050405020304" pitchFamily="18" charset="0"/>
              </a:rPr>
              <a:t> </a:t>
            </a:r>
            <a:r>
              <a:rPr lang="en-US" sz="2800" b="1" dirty="0">
                <a:latin typeface="Helvetica Neue" panose="020B0604020202020204" charset="0"/>
                <a:cs typeface="Times New Roman" panose="02020603050405020304" pitchFamily="18" charset="0"/>
              </a:rPr>
              <a:t>EXAMPLE</a:t>
            </a:r>
            <a:endParaRPr sz="2800" b="1" dirty="0">
              <a:latin typeface="Helvetica Neue" panose="020B0604020202020204" charset="0"/>
              <a:cs typeface="Times New Roman" panose="02020603050405020304" pitchFamily="18" charset="0"/>
            </a:endParaRPr>
          </a:p>
        </p:txBody>
      </p:sp>
      <p:pic>
        <p:nvPicPr>
          <p:cNvPr id="1040" name="Picture 16" descr="Image result for dentist clipart">
            <a:extLst>
              <a:ext uri="{FF2B5EF4-FFF2-40B4-BE49-F238E27FC236}">
                <a16:creationId xmlns:a16="http://schemas.microsoft.com/office/drawing/2014/main" id="{32687048-AF55-4EAD-8230-5B9BE4D1A8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23308" y="2544684"/>
            <a:ext cx="1278024" cy="1703331"/>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Image result for group of people clipart">
            <a:extLst>
              <a:ext uri="{FF2B5EF4-FFF2-40B4-BE49-F238E27FC236}">
                <a16:creationId xmlns:a16="http://schemas.microsoft.com/office/drawing/2014/main" id="{5B177E16-1D5D-4411-88C9-FB93F134C5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1322" y="2928492"/>
            <a:ext cx="2156710" cy="1552831"/>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1163A698-5920-4DBC-A88B-28FA3EF3C5EB}"/>
              </a:ext>
            </a:extLst>
          </p:cNvPr>
          <p:cNvCxnSpPr>
            <a:cxnSpLocks/>
          </p:cNvCxnSpPr>
          <p:nvPr/>
        </p:nvCxnSpPr>
        <p:spPr>
          <a:xfrm>
            <a:off x="3738654" y="1699557"/>
            <a:ext cx="1420783" cy="8451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0" name="Straight Arrow Connector 9">
            <a:extLst>
              <a:ext uri="{FF2B5EF4-FFF2-40B4-BE49-F238E27FC236}">
                <a16:creationId xmlns:a16="http://schemas.microsoft.com/office/drawing/2014/main" id="{E10A8CDC-1390-485A-9A94-60C70EECCB99}"/>
              </a:ext>
            </a:extLst>
          </p:cNvPr>
          <p:cNvCxnSpPr>
            <a:cxnSpLocks/>
          </p:cNvCxnSpPr>
          <p:nvPr/>
        </p:nvCxnSpPr>
        <p:spPr>
          <a:xfrm flipH="1">
            <a:off x="3063152" y="1693019"/>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 name="Rectangle 10">
            <a:extLst>
              <a:ext uri="{FF2B5EF4-FFF2-40B4-BE49-F238E27FC236}">
                <a16:creationId xmlns:a16="http://schemas.microsoft.com/office/drawing/2014/main" id="{517CA597-AD4B-4884-917D-67EF7A962399}"/>
              </a:ext>
            </a:extLst>
          </p:cNvPr>
          <p:cNvSpPr/>
          <p:nvPr/>
        </p:nvSpPr>
        <p:spPr>
          <a:xfrm>
            <a:off x="2007574" y="4357580"/>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AIDS</a:t>
            </a:r>
            <a:endParaRPr lang="en-US" sz="4000" b="1" dirty="0">
              <a:latin typeface="Helvetica Neue" panose="020B0604020202020204" charset="0"/>
              <a:cs typeface="Times New Roman" panose="02020603050405020304" pitchFamily="18" charset="0"/>
            </a:endParaRPr>
          </a:p>
        </p:txBody>
      </p:sp>
      <p:cxnSp>
        <p:nvCxnSpPr>
          <p:cNvPr id="17" name="Straight Arrow Connector 16">
            <a:extLst>
              <a:ext uri="{FF2B5EF4-FFF2-40B4-BE49-F238E27FC236}">
                <a16:creationId xmlns:a16="http://schemas.microsoft.com/office/drawing/2014/main" id="{0E7A109F-0AB4-47C4-9009-54FBD1B889BF}"/>
              </a:ext>
            </a:extLst>
          </p:cNvPr>
          <p:cNvCxnSpPr>
            <a:cxnSpLocks/>
          </p:cNvCxnSpPr>
          <p:nvPr/>
        </p:nvCxnSpPr>
        <p:spPr>
          <a:xfrm flipH="1">
            <a:off x="3279677" y="1827546"/>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A18A97EF-A8DF-423C-96DC-FD18AB9F6972}"/>
              </a:ext>
            </a:extLst>
          </p:cNvPr>
          <p:cNvCxnSpPr>
            <a:cxnSpLocks/>
          </p:cNvCxnSpPr>
          <p:nvPr/>
        </p:nvCxnSpPr>
        <p:spPr>
          <a:xfrm flipH="1">
            <a:off x="3496202" y="1948838"/>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a:extLst>
              <a:ext uri="{FF2B5EF4-FFF2-40B4-BE49-F238E27FC236}">
                <a16:creationId xmlns:a16="http://schemas.microsoft.com/office/drawing/2014/main" id="{CB6C65F0-8BCD-411C-803F-4301CD407E4B}"/>
              </a:ext>
            </a:extLst>
          </p:cNvPr>
          <p:cNvCxnSpPr>
            <a:cxnSpLocks/>
          </p:cNvCxnSpPr>
          <p:nvPr/>
        </p:nvCxnSpPr>
        <p:spPr>
          <a:xfrm flipH="1">
            <a:off x="3712727" y="2083365"/>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a:extLst>
              <a:ext uri="{FF2B5EF4-FFF2-40B4-BE49-F238E27FC236}">
                <a16:creationId xmlns:a16="http://schemas.microsoft.com/office/drawing/2014/main" id="{E7C26B6D-3790-4F63-B974-838B1559A72F}"/>
              </a:ext>
            </a:extLst>
          </p:cNvPr>
          <p:cNvCxnSpPr>
            <a:cxnSpLocks/>
          </p:cNvCxnSpPr>
          <p:nvPr/>
        </p:nvCxnSpPr>
        <p:spPr>
          <a:xfrm flipH="1">
            <a:off x="3746644" y="773650"/>
            <a:ext cx="675502" cy="92263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C47BB84F-613C-40A0-B447-FDD9E2D8857B}"/>
              </a:ext>
            </a:extLst>
          </p:cNvPr>
          <p:cNvCxnSpPr>
            <a:cxnSpLocks/>
          </p:cNvCxnSpPr>
          <p:nvPr/>
        </p:nvCxnSpPr>
        <p:spPr>
          <a:xfrm>
            <a:off x="4428410" y="790718"/>
            <a:ext cx="1420783" cy="84512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Rectangle 24">
            <a:extLst>
              <a:ext uri="{FF2B5EF4-FFF2-40B4-BE49-F238E27FC236}">
                <a16:creationId xmlns:a16="http://schemas.microsoft.com/office/drawing/2014/main" id="{47E4EC97-DDA1-4789-8EE0-50D16B9373D6}"/>
              </a:ext>
            </a:extLst>
          </p:cNvPr>
          <p:cNvSpPr/>
          <p:nvPr/>
        </p:nvSpPr>
        <p:spPr>
          <a:xfrm>
            <a:off x="3990217" y="4099185"/>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Dentist</a:t>
            </a:r>
            <a:endParaRPr lang="en-US" sz="4000" b="1" dirty="0">
              <a:latin typeface="Helvetica Neue" panose="020B0604020202020204" charset="0"/>
              <a:cs typeface="Times New Roman" panose="02020603050405020304" pitchFamily="18" charset="0"/>
            </a:endParaRPr>
          </a:p>
        </p:txBody>
      </p:sp>
      <p:sp>
        <p:nvSpPr>
          <p:cNvPr id="26" name="Rectangle 25">
            <a:extLst>
              <a:ext uri="{FF2B5EF4-FFF2-40B4-BE49-F238E27FC236}">
                <a16:creationId xmlns:a16="http://schemas.microsoft.com/office/drawing/2014/main" id="{5B41F5C1-98DF-45FF-9075-C51DA1C0E0E8}"/>
              </a:ext>
            </a:extLst>
          </p:cNvPr>
          <p:cNvSpPr/>
          <p:nvPr/>
        </p:nvSpPr>
        <p:spPr>
          <a:xfrm>
            <a:off x="4604754" y="1628599"/>
            <a:ext cx="2544206" cy="461665"/>
          </a:xfrm>
          <a:prstGeom prst="rect">
            <a:avLst/>
          </a:prstGeom>
        </p:spPr>
        <p:txBody>
          <a:bodyPr wrap="square">
            <a:spAutoFit/>
          </a:bodyPr>
          <a:lstStyle/>
          <a:p>
            <a:pPr lvl="0" algn="ctr"/>
            <a:r>
              <a:rPr lang="en-US" sz="2400" b="1" dirty="0">
                <a:latin typeface="Helvetica Neue" panose="020B0604020202020204" charset="0"/>
                <a:cs typeface="Times New Roman" panose="02020603050405020304" pitchFamily="18" charset="0"/>
              </a:rPr>
              <a:t>Others</a:t>
            </a:r>
            <a:endParaRPr lang="en-US" sz="4000" b="1" dirty="0">
              <a:latin typeface="Helvetica Neue" panose="020B0604020202020204"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040"/>
                                        </p:tgtEl>
                                        <p:attrNameLst>
                                          <p:attrName>style.visibility</p:attrName>
                                        </p:attrNameLst>
                                      </p:cBhvr>
                                      <p:to>
                                        <p:strVal val="visible"/>
                                      </p:to>
                                    </p:set>
                                    <p:animEffect transition="in" filter="circle(in)">
                                      <p:cBhvr>
                                        <p:cTn id="7" dur="2000"/>
                                        <p:tgtEl>
                                          <p:spTgt spid="1040"/>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circle(in)">
                                      <p:cBhvr>
                                        <p:cTn id="10"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EF2E06A-957D-4469-ABD5-8EC6F1370DED}"/>
              </a:ext>
            </a:extLst>
          </p:cNvPr>
          <p:cNvPicPr>
            <a:picLocks noChangeAspect="1"/>
          </p:cNvPicPr>
          <p:nvPr/>
        </p:nvPicPr>
        <p:blipFill>
          <a:blip r:embed="rId2"/>
          <a:stretch>
            <a:fillRect/>
          </a:stretch>
        </p:blipFill>
        <p:spPr>
          <a:xfrm>
            <a:off x="1237201" y="3492843"/>
            <a:ext cx="2124075" cy="1543050"/>
          </a:xfrm>
          <a:prstGeom prst="rect">
            <a:avLst/>
          </a:prstGeom>
        </p:spPr>
      </p:pic>
      <p:pic>
        <p:nvPicPr>
          <p:cNvPr id="8" name="Picture 7">
            <a:extLst>
              <a:ext uri="{FF2B5EF4-FFF2-40B4-BE49-F238E27FC236}">
                <a16:creationId xmlns:a16="http://schemas.microsoft.com/office/drawing/2014/main" id="{642491D0-4F43-4DFE-9470-87B23D0BD4C3}"/>
              </a:ext>
            </a:extLst>
          </p:cNvPr>
          <p:cNvPicPr>
            <a:picLocks noChangeAspect="1"/>
          </p:cNvPicPr>
          <p:nvPr/>
        </p:nvPicPr>
        <p:blipFill>
          <a:blip r:embed="rId3"/>
          <a:stretch>
            <a:fillRect/>
          </a:stretch>
        </p:blipFill>
        <p:spPr>
          <a:xfrm>
            <a:off x="1237201" y="1349718"/>
            <a:ext cx="2828925" cy="3686175"/>
          </a:xfrm>
          <a:prstGeom prst="rect">
            <a:avLst/>
          </a:prstGeom>
        </p:spPr>
      </p:pic>
      <p:pic>
        <p:nvPicPr>
          <p:cNvPr id="5" name="Picture 4">
            <a:extLst>
              <a:ext uri="{FF2B5EF4-FFF2-40B4-BE49-F238E27FC236}">
                <a16:creationId xmlns:a16="http://schemas.microsoft.com/office/drawing/2014/main" id="{274909C2-E925-439F-BB8F-CF95F5697FF6}"/>
              </a:ext>
            </a:extLst>
          </p:cNvPr>
          <p:cNvPicPr>
            <a:picLocks noChangeAspect="1"/>
          </p:cNvPicPr>
          <p:nvPr/>
        </p:nvPicPr>
        <p:blipFill>
          <a:blip r:embed="rId4"/>
          <a:stretch>
            <a:fillRect/>
          </a:stretch>
        </p:blipFill>
        <p:spPr>
          <a:xfrm>
            <a:off x="1237201" y="-615922"/>
            <a:ext cx="4901705" cy="5651815"/>
          </a:xfrm>
          <a:prstGeom prst="rect">
            <a:avLst/>
          </a:prstGeom>
        </p:spPr>
      </p:pic>
      <p:sp>
        <p:nvSpPr>
          <p:cNvPr id="9" name="TextBox 8">
            <a:extLst>
              <a:ext uri="{FF2B5EF4-FFF2-40B4-BE49-F238E27FC236}">
                <a16:creationId xmlns:a16="http://schemas.microsoft.com/office/drawing/2014/main" id="{D1145604-1DEE-4A59-A7B6-C55E12F41BC9}"/>
              </a:ext>
            </a:extLst>
          </p:cNvPr>
          <p:cNvSpPr txBox="1"/>
          <p:nvPr/>
        </p:nvSpPr>
        <p:spPr>
          <a:xfrm>
            <a:off x="5665868" y="4882004"/>
            <a:ext cx="1551482" cy="307777"/>
          </a:xfrm>
          <a:prstGeom prst="rect">
            <a:avLst/>
          </a:prstGeom>
          <a:noFill/>
        </p:spPr>
        <p:txBody>
          <a:bodyPr wrap="square" rtlCol="0">
            <a:spAutoFit/>
          </a:bodyPr>
          <a:lstStyle/>
          <a:p>
            <a:pPr algn="ctr"/>
            <a:r>
              <a:rPr lang="en-US" dirty="0"/>
              <a:t>Number of </a:t>
            </a:r>
            <a:r>
              <a:rPr lang="en-US" dirty="0">
                <a:latin typeface="Helvetica Neue" panose="020B0604020202020204" charset="0"/>
              </a:rPr>
              <a:t>Trees</a:t>
            </a:r>
          </a:p>
        </p:txBody>
      </p:sp>
      <p:sp>
        <p:nvSpPr>
          <p:cNvPr id="10" name="TextBox 9">
            <a:extLst>
              <a:ext uri="{FF2B5EF4-FFF2-40B4-BE49-F238E27FC236}">
                <a16:creationId xmlns:a16="http://schemas.microsoft.com/office/drawing/2014/main" id="{E00B5FF4-7AA6-4860-A4C2-AE026FC10E8B}"/>
              </a:ext>
            </a:extLst>
          </p:cNvPr>
          <p:cNvSpPr txBox="1"/>
          <p:nvPr/>
        </p:nvSpPr>
        <p:spPr>
          <a:xfrm rot="5400000">
            <a:off x="312646" y="2751065"/>
            <a:ext cx="1551482" cy="307777"/>
          </a:xfrm>
          <a:prstGeom prst="rect">
            <a:avLst/>
          </a:prstGeom>
          <a:noFill/>
        </p:spPr>
        <p:txBody>
          <a:bodyPr wrap="square" rtlCol="0">
            <a:spAutoFit/>
          </a:bodyPr>
          <a:lstStyle/>
          <a:p>
            <a:pPr algn="ctr"/>
            <a:r>
              <a:rPr lang="en-US" dirty="0">
                <a:latin typeface="Helvetica Neue" panose="020B0604020202020204" charset="0"/>
              </a:rPr>
              <a:t>Time</a:t>
            </a:r>
          </a:p>
        </p:txBody>
      </p:sp>
    </p:spTree>
    <p:extLst>
      <p:ext uri="{BB962C8B-B14F-4D97-AF65-F5344CB8AC3E}">
        <p14:creationId xmlns:p14="http://schemas.microsoft.com/office/powerpoint/2010/main" val="3937701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Shape 163"/>
          <p:cNvSpPr txBox="1"/>
          <p:nvPr/>
        </p:nvSpPr>
        <p:spPr>
          <a:xfrm>
            <a:off x="760425" y="602000"/>
            <a:ext cx="1679400" cy="10140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Motivation: present other methods and how slow they are</a:t>
            </a:r>
            <a:endParaRPr/>
          </a:p>
          <a:p>
            <a:pPr marL="0" lvl="0" indent="0">
              <a:spcBef>
                <a:spcPts val="0"/>
              </a:spcBef>
              <a:spcAft>
                <a:spcPts val="0"/>
              </a:spcAft>
              <a:buNone/>
            </a:pPr>
            <a:endParaRPr/>
          </a:p>
          <a:p>
            <a:pPr marL="0" lvl="0" indent="0">
              <a:spcBef>
                <a:spcPts val="0"/>
              </a:spcBef>
              <a:spcAft>
                <a:spcPts val="0"/>
              </a:spcAft>
              <a:buNone/>
            </a:pPr>
            <a:r>
              <a:rPr lang="en"/>
              <a:t>Our work: divide and conquer approach</a:t>
            </a:r>
            <a:endParaRPr/>
          </a:p>
        </p:txBody>
      </p:sp>
      <p:pic>
        <p:nvPicPr>
          <p:cNvPr id="164" name="Shape 164"/>
          <p:cNvPicPr preferRelativeResize="0"/>
          <p:nvPr/>
        </p:nvPicPr>
        <p:blipFill>
          <a:blip r:embed="rId3">
            <a:alphaModFix/>
          </a:blip>
          <a:stretch>
            <a:fillRect/>
          </a:stretch>
        </p:blipFill>
        <p:spPr>
          <a:xfrm>
            <a:off x="1684813" y="377200"/>
            <a:ext cx="5692333" cy="4389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Shape 169"/>
          <p:cNvSpPr txBox="1"/>
          <p:nvPr/>
        </p:nvSpPr>
        <p:spPr>
          <a:xfrm>
            <a:off x="591450" y="654825"/>
            <a:ext cx="7974000" cy="1151100"/>
          </a:xfrm>
          <a:prstGeom prst="rect">
            <a:avLst/>
          </a:prstGeom>
          <a:noFill/>
          <a:ln>
            <a:noFill/>
          </a:ln>
        </p:spPr>
        <p:txBody>
          <a:bodyPr spcFirstLastPara="1" wrap="square" lIns="91425" tIns="91425" rIns="91425" bIns="91425" anchor="t" anchorCtr="0">
            <a:noAutofit/>
          </a:bodyPr>
          <a:lstStyle/>
          <a:p>
            <a:pPr marL="0" lvl="0" indent="0">
              <a:spcBef>
                <a:spcPts val="0"/>
              </a:spcBef>
              <a:spcAft>
                <a:spcPts val="0"/>
              </a:spcAft>
              <a:buNone/>
            </a:pPr>
            <a:r>
              <a:rPr lang="en"/>
              <a:t>Specifics of how the method is done, not many details: reconstruct network from </a:t>
            </a:r>
            <a:r>
              <a:rPr lang="en" b="1"/>
              <a:t>triplets</a:t>
            </a:r>
            <a:endParaRPr b="1"/>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1775</TotalTime>
  <Words>255</Words>
  <Application>Microsoft Office PowerPoint</Application>
  <PresentationFormat>On-screen Show (16:9)</PresentationFormat>
  <Paragraphs>26</Paragraphs>
  <Slides>12</Slides>
  <Notes>11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Times New Roman</vt:lpstr>
      <vt:lpstr>Helvetica Neue</vt:lpstr>
      <vt:lpstr>Jokerman</vt:lpstr>
      <vt:lpstr>Helvetica Neue Light</vt:lpstr>
      <vt:lpstr>Arial</vt:lpstr>
      <vt:lpstr>Simple Light</vt:lpstr>
      <vt:lpstr>White</vt:lpstr>
      <vt:lpstr>Phylogenetic Introduction</vt:lpstr>
      <vt:lpstr>PowerPoint Presentation</vt:lpstr>
      <vt:lpstr>PowerPoint Presentation</vt:lpstr>
      <vt:lpstr>PowerPoint Presentation</vt:lpstr>
      <vt:lpstr>PowerPoint Presentation</vt:lpstr>
      <vt:lpstr>PowerPoint Presentation</vt:lpstr>
      <vt:lpstr>Phylogenetics</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Phylogenetic Introduction</dc:title>
  <dc:creator>Naman Kanwar</dc:creator>
  <cp:lastModifiedBy>Naman Kanwar</cp:lastModifiedBy>
  <cp:revision>23</cp:revision>
  <dcterms:modified xsi:type="dcterms:W3CDTF">2018-03-27T00:26:53Z</dcterms:modified>
</cp:coreProperties>
</file>